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78927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8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6589" y="706933"/>
            <a:ext cx="1341953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6589" y="2268784"/>
            <a:ext cx="1341953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7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2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805" y="1076898"/>
            <a:ext cx="15432465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805" y="2890725"/>
            <a:ext cx="15432465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25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0124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8186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1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29978"/>
            <a:ext cx="15432465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455" y="1058899"/>
            <a:ext cx="756945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2455" y="1577849"/>
            <a:ext cx="756945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58186" y="1058899"/>
            <a:ext cx="760673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58186" y="1577849"/>
            <a:ext cx="7606734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4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3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3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734" y="621941"/>
            <a:ext cx="905818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3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06734" y="621941"/>
            <a:ext cx="905818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04473" y="229978"/>
            <a:ext cx="3858116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0124" y="229978"/>
            <a:ext cx="11350690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0124" y="229978"/>
            <a:ext cx="1543246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0124" y="1149890"/>
            <a:ext cx="1543246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0124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6961" y="4003618"/>
            <a:ext cx="603879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36729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/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/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/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/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/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/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/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55D7204-3ED2-40C9-BBFB-7B3AB3F9E43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0918" y="2180022"/>
            <a:ext cx="317292" cy="639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B79658-D6B4-4EBB-9D28-BC40C75C043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82321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A7E0AA0-6B71-4AC3-AD55-07B6ACD06534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779526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A008DEA-CAE2-4AEC-A1B8-1589E50652F3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 flipV="1">
            <a:off x="12767310" y="2180022"/>
            <a:ext cx="406401" cy="639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610DEF-94C0-4852-9459-693DC8D958DA}"/>
              </a:ext>
            </a:extLst>
          </p:cNvPr>
          <p:cNvCxnSpPr/>
          <p:nvPr/>
        </p:nvCxnSpPr>
        <p:spPr>
          <a:xfrm flipV="1">
            <a:off x="615213" y="867523"/>
            <a:ext cx="0" cy="131889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2BCAC03-E89B-4D57-A6CE-A6C5B635BC00}"/>
              </a:ext>
            </a:extLst>
          </p:cNvPr>
          <p:cNvCxnSpPr>
            <a:cxnSpLocks/>
          </p:cNvCxnSpPr>
          <p:nvPr/>
        </p:nvCxnSpPr>
        <p:spPr>
          <a:xfrm flipV="1">
            <a:off x="600709" y="867410"/>
            <a:ext cx="6242050" cy="1651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FB5D865-FF0D-4293-8FFF-B7A20A2E5727}"/>
              </a:ext>
            </a:extLst>
          </p:cNvPr>
          <p:cNvCxnSpPr>
            <a:cxnSpLocks/>
          </p:cNvCxnSpPr>
          <p:nvPr/>
        </p:nvCxnSpPr>
        <p:spPr>
          <a:xfrm>
            <a:off x="418211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D5739A4-FA0C-465D-BE6A-A1A56817CB1D}"/>
              </a:ext>
            </a:extLst>
          </p:cNvPr>
          <p:cNvCxnSpPr>
            <a:cxnSpLocks/>
          </p:cNvCxnSpPr>
          <p:nvPr/>
        </p:nvCxnSpPr>
        <p:spPr>
          <a:xfrm>
            <a:off x="187071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EFF0C8-5F53-4735-9655-586D2B0A781B}"/>
              </a:ext>
            </a:extLst>
          </p:cNvPr>
          <p:cNvCxnSpPr>
            <a:cxnSpLocks/>
          </p:cNvCxnSpPr>
          <p:nvPr/>
        </p:nvCxnSpPr>
        <p:spPr>
          <a:xfrm>
            <a:off x="684276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8BB9327-EDF6-4994-B07C-8C4734A34773}"/>
              </a:ext>
            </a:extLst>
          </p:cNvPr>
          <p:cNvCxnSpPr>
            <a:cxnSpLocks/>
          </p:cNvCxnSpPr>
          <p:nvPr/>
        </p:nvCxnSpPr>
        <p:spPr>
          <a:xfrm flipH="1">
            <a:off x="1870710" y="2540000"/>
            <a:ext cx="0" cy="101727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8E5F1D9-3A8A-4207-95EB-CEE8ADD70791}"/>
              </a:ext>
            </a:extLst>
          </p:cNvPr>
          <p:cNvCxnSpPr>
            <a:cxnSpLocks/>
          </p:cNvCxnSpPr>
          <p:nvPr/>
        </p:nvCxnSpPr>
        <p:spPr>
          <a:xfrm>
            <a:off x="1870709" y="3557270"/>
            <a:ext cx="1491615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150E858-92C8-4323-BB4D-99DBA26A9BD4}"/>
              </a:ext>
            </a:extLst>
          </p:cNvPr>
          <p:cNvCxnSpPr>
            <a:cxnSpLocks/>
          </p:cNvCxnSpPr>
          <p:nvPr/>
        </p:nvCxnSpPr>
        <p:spPr>
          <a:xfrm flipV="1">
            <a:off x="11814810" y="2540000"/>
            <a:ext cx="0" cy="101727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8B5DD1A-23E4-4408-9740-31D40E7AD647}"/>
              </a:ext>
            </a:extLst>
          </p:cNvPr>
          <p:cNvCxnSpPr>
            <a:cxnSpLocks/>
          </p:cNvCxnSpPr>
          <p:nvPr/>
        </p:nvCxnSpPr>
        <p:spPr>
          <a:xfrm flipV="1">
            <a:off x="14126211" y="2546350"/>
            <a:ext cx="0" cy="101092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DA79D-1190-4211-AB03-4973D80DC9EC}"/>
              </a:ext>
            </a:extLst>
          </p:cNvPr>
          <p:cNvCxnSpPr>
            <a:cxnSpLocks/>
          </p:cNvCxnSpPr>
          <p:nvPr/>
        </p:nvCxnSpPr>
        <p:spPr>
          <a:xfrm flipV="1">
            <a:off x="16786861" y="2540000"/>
            <a:ext cx="0" cy="10058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0CA029-80B5-41F2-8272-F90E4575F1AC}"/>
              </a:ext>
            </a:extLst>
          </p:cNvPr>
          <p:cNvSpPr txBox="1"/>
          <p:nvPr/>
        </p:nvSpPr>
        <p:spPr>
          <a:xfrm>
            <a:off x="5261610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0EC6BA-3731-4CEA-AA76-4769DA934313}"/>
              </a:ext>
            </a:extLst>
          </p:cNvPr>
          <p:cNvSpPr txBox="1"/>
          <p:nvPr/>
        </p:nvSpPr>
        <p:spPr>
          <a:xfrm>
            <a:off x="10233660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C874BA-FA33-4D94-B609-6EC249E2E29E}"/>
              </a:ext>
            </a:extLst>
          </p:cNvPr>
          <p:cNvSpPr txBox="1"/>
          <p:nvPr/>
        </p:nvSpPr>
        <p:spPr>
          <a:xfrm>
            <a:off x="15205711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/>
              <p:nvPr/>
            </p:nvSpPr>
            <p:spPr>
              <a:xfrm>
                <a:off x="283590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909" y="1720850"/>
                <a:ext cx="444352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/>
              <p:nvPr/>
            </p:nvSpPr>
            <p:spPr>
              <a:xfrm>
                <a:off x="780795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959" y="1720850"/>
                <a:ext cx="444352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/>
              <p:nvPr/>
            </p:nvSpPr>
            <p:spPr>
              <a:xfrm>
                <a:off x="1278000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0009" y="1720850"/>
                <a:ext cx="44435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/>
              <p:nvPr/>
            </p:nvSpPr>
            <p:spPr>
              <a:xfrm>
                <a:off x="1181100" y="888999"/>
                <a:ext cx="516615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888999"/>
                <a:ext cx="516615" cy="7777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/>
              <p:nvPr/>
            </p:nvSpPr>
            <p:spPr>
              <a:xfrm>
                <a:off x="3492500" y="888999"/>
                <a:ext cx="516615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00" y="888999"/>
                <a:ext cx="516615" cy="7777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/>
              <p:nvPr/>
            </p:nvSpPr>
            <p:spPr>
              <a:xfrm>
                <a:off x="6153150" y="888999"/>
                <a:ext cx="516615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150" y="888999"/>
                <a:ext cx="516615" cy="7777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/>
              <p:nvPr/>
            </p:nvSpPr>
            <p:spPr>
              <a:xfrm>
                <a:off x="11023600" y="2667000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3600" y="2667000"/>
                <a:ext cx="846386" cy="7517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/>
              <p:nvPr/>
            </p:nvSpPr>
            <p:spPr>
              <a:xfrm>
                <a:off x="13335000" y="2667000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2667000"/>
                <a:ext cx="846386" cy="7517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/>
              <p:nvPr/>
            </p:nvSpPr>
            <p:spPr>
              <a:xfrm>
                <a:off x="15995650" y="2667000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5650" y="2667000"/>
                <a:ext cx="846386" cy="7517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07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</TotalTime>
  <Words>27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癸铭 许</dc:creator>
  <cp:lastModifiedBy>癸铭 许</cp:lastModifiedBy>
  <cp:revision>17</cp:revision>
  <dcterms:created xsi:type="dcterms:W3CDTF">2024-08-07T08:44:24Z</dcterms:created>
  <dcterms:modified xsi:type="dcterms:W3CDTF">2026-03-21T14:45:20Z</dcterms:modified>
</cp:coreProperties>
</file>