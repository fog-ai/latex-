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</p:sldIdLst>
  <p:sldSz cx="17892713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138" y="1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36589" y="706933"/>
            <a:ext cx="13419535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36589" y="2268784"/>
            <a:ext cx="13419535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727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521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0805" y="1076898"/>
            <a:ext cx="15432465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0805" y="2890725"/>
            <a:ext cx="15432465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250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0124" y="1149890"/>
            <a:ext cx="7604403" cy="27407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58186" y="1149890"/>
            <a:ext cx="7604403" cy="27407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615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2455" y="229978"/>
            <a:ext cx="15432465" cy="8349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2455" y="1058899"/>
            <a:ext cx="7569456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2455" y="1577849"/>
            <a:ext cx="7569456" cy="23207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58186" y="1058899"/>
            <a:ext cx="7606734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058186" y="1577849"/>
            <a:ext cx="7606734" cy="23207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14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355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734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2455" y="287972"/>
            <a:ext cx="5770865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6734" y="621941"/>
            <a:ext cx="9058186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2455" y="1295877"/>
            <a:ext cx="5770865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335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2455" y="287972"/>
            <a:ext cx="5770865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06734" y="621941"/>
            <a:ext cx="9058186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2455" y="1295877"/>
            <a:ext cx="5770865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996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001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04473" y="229978"/>
            <a:ext cx="3858116" cy="366065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0124" y="229978"/>
            <a:ext cx="11350690" cy="36606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868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0124" y="229978"/>
            <a:ext cx="15432465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0124" y="1149890"/>
            <a:ext cx="15432465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0124" y="4003618"/>
            <a:ext cx="4025860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26961" y="4003618"/>
            <a:ext cx="6038791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36729" y="4003618"/>
            <a:ext cx="4025860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167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流程图: 终止 3">
                <a:extLst>
                  <a:ext uri="{FF2B5EF4-FFF2-40B4-BE49-F238E27FC236}">
                    <a16:creationId xmlns:a16="http://schemas.microsoft.com/office/drawing/2014/main" id="{F5C0F845-FFAB-4B89-A6EC-A3EABCE5FF11}"/>
                  </a:ext>
                </a:extLst>
              </p:cNvPr>
              <p:cNvSpPr/>
              <p:nvPr/>
            </p:nvSpPr>
            <p:spPr>
              <a:xfrm>
                <a:off x="918210" y="1820021"/>
                <a:ext cx="1905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流程图: 终止 3">
                <a:extLst>
                  <a:ext uri="{FF2B5EF4-FFF2-40B4-BE49-F238E27FC236}">
                    <a16:creationId xmlns:a16="http://schemas.microsoft.com/office/drawing/2014/main" id="{F5C0F845-FFAB-4B89-A6EC-A3EABCE5FF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210" y="1820021"/>
                <a:ext cx="1905000" cy="720001"/>
              </a:xfrm>
              <a:prstGeom prst="flowChartTerminator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流程图: 终止 4">
                <a:extLst>
                  <a:ext uri="{FF2B5EF4-FFF2-40B4-BE49-F238E27FC236}">
                    <a16:creationId xmlns:a16="http://schemas.microsoft.com/office/drawing/2014/main" id="{59E86CCA-3DD6-4C23-B22B-2ECDB7848570}"/>
                  </a:ext>
                </a:extLst>
              </p:cNvPr>
              <p:cNvSpPr/>
              <p:nvPr/>
            </p:nvSpPr>
            <p:spPr>
              <a:xfrm>
                <a:off x="3229610" y="1820021"/>
                <a:ext cx="1905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流程图: 终止 4">
                <a:extLst>
                  <a:ext uri="{FF2B5EF4-FFF2-40B4-BE49-F238E27FC236}">
                    <a16:creationId xmlns:a16="http://schemas.microsoft.com/office/drawing/2014/main" id="{59E86CCA-3DD6-4C23-B22B-2ECDB78485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610" y="1820021"/>
                <a:ext cx="1905000" cy="720001"/>
              </a:xfrm>
              <a:prstGeom prst="flowChartTerminator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630EC6BA-3731-4CEA-AA76-4769DA934313}"/>
              </a:ext>
            </a:extLst>
          </p:cNvPr>
          <p:cNvSpPr txBox="1"/>
          <p:nvPr/>
        </p:nvSpPr>
        <p:spPr>
          <a:xfrm>
            <a:off x="10233660" y="1981200"/>
            <a:ext cx="64633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dirty="0"/>
              <a:t>……</a:t>
            </a:r>
            <a:endParaRPr lang="zh-CN" altLang="en-US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流程图: 终止 9">
                <a:extLst>
                  <a:ext uri="{FF2B5EF4-FFF2-40B4-BE49-F238E27FC236}">
                    <a16:creationId xmlns:a16="http://schemas.microsoft.com/office/drawing/2014/main" id="{A94F9AE1-5031-4B97-98D7-4584F14B6893}"/>
                  </a:ext>
                </a:extLst>
              </p:cNvPr>
              <p:cNvSpPr/>
              <p:nvPr/>
            </p:nvSpPr>
            <p:spPr>
              <a:xfrm>
                <a:off x="5890260" y="1820021"/>
                <a:ext cx="1905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流程图: 终止 9">
                <a:extLst>
                  <a:ext uri="{FF2B5EF4-FFF2-40B4-BE49-F238E27FC236}">
                    <a16:creationId xmlns:a16="http://schemas.microsoft.com/office/drawing/2014/main" id="{A94F9AE1-5031-4B97-98D7-4584F14B68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0260" y="1820021"/>
                <a:ext cx="1905000" cy="720001"/>
              </a:xfrm>
              <a:prstGeom prst="flowChartTerminator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流程图: 终止 10">
                <a:extLst>
                  <a:ext uri="{FF2B5EF4-FFF2-40B4-BE49-F238E27FC236}">
                    <a16:creationId xmlns:a16="http://schemas.microsoft.com/office/drawing/2014/main" id="{F4EE261E-B5A9-4E2D-AA55-D4A1325BB59A}"/>
                  </a:ext>
                </a:extLst>
              </p:cNvPr>
              <p:cNvSpPr/>
              <p:nvPr/>
            </p:nvSpPr>
            <p:spPr>
              <a:xfrm>
                <a:off x="8201660" y="1820021"/>
                <a:ext cx="1905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流程图: 终止 10">
                <a:extLst>
                  <a:ext uri="{FF2B5EF4-FFF2-40B4-BE49-F238E27FC236}">
                    <a16:creationId xmlns:a16="http://schemas.microsoft.com/office/drawing/2014/main" id="{F4EE261E-B5A9-4E2D-AA55-D4A1325BB5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660" y="1820021"/>
                <a:ext cx="1905000" cy="720001"/>
              </a:xfrm>
              <a:prstGeom prst="flowChartTerminator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F40CA029-80B5-41F2-8272-F90E4575F1AC}"/>
              </a:ext>
            </a:extLst>
          </p:cNvPr>
          <p:cNvSpPr txBox="1"/>
          <p:nvPr/>
        </p:nvSpPr>
        <p:spPr>
          <a:xfrm>
            <a:off x="5261610" y="1981200"/>
            <a:ext cx="64633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dirty="0"/>
              <a:t>……</a:t>
            </a:r>
            <a:endParaRPr lang="zh-CN" altLang="en-US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流程图: 终止 14">
                <a:extLst>
                  <a:ext uri="{FF2B5EF4-FFF2-40B4-BE49-F238E27FC236}">
                    <a16:creationId xmlns:a16="http://schemas.microsoft.com/office/drawing/2014/main" id="{ED35C842-BFEF-4018-B523-EF3914814AFF}"/>
                  </a:ext>
                </a:extLst>
              </p:cNvPr>
              <p:cNvSpPr/>
              <p:nvPr/>
            </p:nvSpPr>
            <p:spPr>
              <a:xfrm>
                <a:off x="10862310" y="1820021"/>
                <a:ext cx="1905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流程图: 终止 14">
                <a:extLst>
                  <a:ext uri="{FF2B5EF4-FFF2-40B4-BE49-F238E27FC236}">
                    <a16:creationId xmlns:a16="http://schemas.microsoft.com/office/drawing/2014/main" id="{ED35C842-BFEF-4018-B523-EF3914814A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2310" y="1820021"/>
                <a:ext cx="1905000" cy="720001"/>
              </a:xfrm>
              <a:prstGeom prst="flowChartTerminator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流程图: 终止 15">
                <a:extLst>
                  <a:ext uri="{FF2B5EF4-FFF2-40B4-BE49-F238E27FC236}">
                    <a16:creationId xmlns:a16="http://schemas.microsoft.com/office/drawing/2014/main" id="{A85E7E00-5B9C-4A24-877C-49E4DC5B6A22}"/>
                  </a:ext>
                </a:extLst>
              </p:cNvPr>
              <p:cNvSpPr/>
              <p:nvPr/>
            </p:nvSpPr>
            <p:spPr>
              <a:xfrm>
                <a:off x="13173711" y="1826415"/>
                <a:ext cx="1905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流程图: 终止 15">
                <a:extLst>
                  <a:ext uri="{FF2B5EF4-FFF2-40B4-BE49-F238E27FC236}">
                    <a16:creationId xmlns:a16="http://schemas.microsoft.com/office/drawing/2014/main" id="{A85E7E00-5B9C-4A24-877C-49E4DC5B6A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3711" y="1826415"/>
                <a:ext cx="1905000" cy="720001"/>
              </a:xfrm>
              <a:prstGeom prst="flowChartTerminator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0CC874BA-FA33-4D94-B609-6EC249E2E29E}"/>
              </a:ext>
            </a:extLst>
          </p:cNvPr>
          <p:cNvSpPr txBox="1"/>
          <p:nvPr/>
        </p:nvSpPr>
        <p:spPr>
          <a:xfrm>
            <a:off x="15205711" y="1981200"/>
            <a:ext cx="64633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dirty="0"/>
              <a:t>……</a:t>
            </a:r>
            <a:endParaRPr lang="zh-CN" altLang="en-US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流程图: 终止 17">
                <a:extLst>
                  <a:ext uri="{FF2B5EF4-FFF2-40B4-BE49-F238E27FC236}">
                    <a16:creationId xmlns:a16="http://schemas.microsoft.com/office/drawing/2014/main" id="{B0A2BB96-D779-4F85-9D26-792D7D888158}"/>
                  </a:ext>
                </a:extLst>
              </p:cNvPr>
              <p:cNvSpPr/>
              <p:nvPr/>
            </p:nvSpPr>
            <p:spPr>
              <a:xfrm>
                <a:off x="15834361" y="1820021"/>
                <a:ext cx="1905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" name="流程图: 终止 17">
                <a:extLst>
                  <a:ext uri="{FF2B5EF4-FFF2-40B4-BE49-F238E27FC236}">
                    <a16:creationId xmlns:a16="http://schemas.microsoft.com/office/drawing/2014/main" id="{B0A2BB96-D779-4F85-9D26-792D7D8881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4361" y="1820021"/>
                <a:ext cx="1905000" cy="720001"/>
              </a:xfrm>
              <a:prstGeom prst="flowChartTerminator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C55D7204-3ED2-40C9-BBFB-7B3AB3F9E431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600918" y="2180022"/>
            <a:ext cx="317292" cy="639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CCB79658-D6B4-4EBB-9D28-BC40C75C0437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>
            <a:off x="2823210" y="2180022"/>
            <a:ext cx="4064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EA7E0AA0-6B71-4AC3-AD55-07B6ACD06534}"/>
              </a:ext>
            </a:extLst>
          </p:cNvPr>
          <p:cNvCxnSpPr>
            <a:stCxn id="11" idx="1"/>
            <a:endCxn id="10" idx="3"/>
          </p:cNvCxnSpPr>
          <p:nvPr/>
        </p:nvCxnSpPr>
        <p:spPr>
          <a:xfrm flipH="1">
            <a:off x="7795260" y="2180022"/>
            <a:ext cx="4064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7A008DEA-CAE2-4AEC-A1B8-1589E50652F3}"/>
              </a:ext>
            </a:extLst>
          </p:cNvPr>
          <p:cNvCxnSpPr>
            <a:stCxn id="16" idx="1"/>
            <a:endCxn id="15" idx="3"/>
          </p:cNvCxnSpPr>
          <p:nvPr/>
        </p:nvCxnSpPr>
        <p:spPr>
          <a:xfrm flipH="1" flipV="1">
            <a:off x="12767310" y="2180022"/>
            <a:ext cx="406401" cy="639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C461960A-22D3-4711-9746-BBE97E16A118}"/>
                  </a:ext>
                </a:extLst>
              </p:cNvPr>
              <p:cNvSpPr txBox="1"/>
              <p:nvPr/>
            </p:nvSpPr>
            <p:spPr>
              <a:xfrm>
                <a:off x="1591310" y="889000"/>
                <a:ext cx="516616" cy="777713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CN" altLang="en-US" sz="2600" dirty="0"/>
              </a:p>
            </p:txBody>
          </p:sp>
        </mc:Choice>
        <mc:Fallback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C461960A-22D3-4711-9746-BBE97E16A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310" y="889000"/>
                <a:ext cx="516616" cy="7777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973F8E75-1BA8-419B-B2FC-46C763F0C8D3}"/>
                  </a:ext>
                </a:extLst>
              </p:cNvPr>
              <p:cNvSpPr txBox="1"/>
              <p:nvPr/>
            </p:nvSpPr>
            <p:spPr>
              <a:xfrm>
                <a:off x="3902710" y="889000"/>
                <a:ext cx="516616" cy="777713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CN" altLang="en-US" sz="2600" dirty="0"/>
              </a:p>
            </p:txBody>
          </p:sp>
        </mc:Choice>
        <mc:Fallback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973F8E75-1BA8-419B-B2FC-46C763F0C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710" y="889000"/>
                <a:ext cx="516616" cy="7777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5A4138BD-F4FE-4EB2-A8DB-19EA8A91B780}"/>
                  </a:ext>
                </a:extLst>
              </p:cNvPr>
              <p:cNvSpPr txBox="1"/>
              <p:nvPr/>
            </p:nvSpPr>
            <p:spPr>
              <a:xfrm>
                <a:off x="6563360" y="889000"/>
                <a:ext cx="516616" cy="777713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CN" altLang="en-US" sz="2600" dirty="0"/>
              </a:p>
            </p:txBody>
          </p:sp>
        </mc:Choice>
        <mc:Fallback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5A4138BD-F4FE-4EB2-A8DB-19EA8A91B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360" y="889000"/>
                <a:ext cx="516616" cy="77771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CD18F0BA-06D0-43B8-9E1F-F303E2A7CBEA}"/>
                  </a:ext>
                </a:extLst>
              </p:cNvPr>
              <p:cNvSpPr txBox="1"/>
              <p:nvPr/>
            </p:nvSpPr>
            <p:spPr>
              <a:xfrm>
                <a:off x="11459210" y="2666999"/>
                <a:ext cx="846386" cy="751744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CN" altLang="en-US" sz="2600" dirty="0"/>
              </a:p>
            </p:txBody>
          </p:sp>
        </mc:Choice>
        <mc:Fallback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CD18F0BA-06D0-43B8-9E1F-F303E2A7C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9210" y="2666999"/>
                <a:ext cx="846386" cy="75174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14F60C58-FF77-4F8B-A710-2F4F782607F3}"/>
                  </a:ext>
                </a:extLst>
              </p:cNvPr>
              <p:cNvSpPr txBox="1"/>
              <p:nvPr/>
            </p:nvSpPr>
            <p:spPr>
              <a:xfrm>
                <a:off x="13770611" y="2666999"/>
                <a:ext cx="846386" cy="751744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CN" altLang="en-US" sz="2600" dirty="0"/>
              </a:p>
            </p:txBody>
          </p:sp>
        </mc:Choice>
        <mc:Fallback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14F60C58-FF77-4F8B-A710-2F4F78260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0611" y="2666999"/>
                <a:ext cx="846386" cy="75174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36FE0DF0-A6FF-4855-B843-BC41D66112DC}"/>
                  </a:ext>
                </a:extLst>
              </p:cNvPr>
              <p:cNvSpPr txBox="1"/>
              <p:nvPr/>
            </p:nvSpPr>
            <p:spPr>
              <a:xfrm>
                <a:off x="16431261" y="2666999"/>
                <a:ext cx="846386" cy="751744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CN" altLang="en-US" sz="2600" dirty="0"/>
              </a:p>
            </p:txBody>
          </p:sp>
        </mc:Choice>
        <mc:Fallback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36FE0DF0-A6FF-4855-B843-BC41D6611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31261" y="2666999"/>
                <a:ext cx="846386" cy="75174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11610DEF-94C0-4852-9459-693DC8D958DA}"/>
              </a:ext>
            </a:extLst>
          </p:cNvPr>
          <p:cNvCxnSpPr/>
          <p:nvPr/>
        </p:nvCxnSpPr>
        <p:spPr>
          <a:xfrm flipV="1">
            <a:off x="615213" y="867523"/>
            <a:ext cx="0" cy="131889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52BCAC03-E89B-4D57-A6CE-A6C5B635BC00}"/>
              </a:ext>
            </a:extLst>
          </p:cNvPr>
          <p:cNvCxnSpPr>
            <a:cxnSpLocks/>
          </p:cNvCxnSpPr>
          <p:nvPr/>
        </p:nvCxnSpPr>
        <p:spPr>
          <a:xfrm flipV="1">
            <a:off x="600709" y="867410"/>
            <a:ext cx="6242050" cy="1651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0FB5D865-FF0D-4293-8FFF-B7A20A2E5727}"/>
              </a:ext>
            </a:extLst>
          </p:cNvPr>
          <p:cNvCxnSpPr>
            <a:cxnSpLocks/>
          </p:cNvCxnSpPr>
          <p:nvPr/>
        </p:nvCxnSpPr>
        <p:spPr>
          <a:xfrm>
            <a:off x="4182110" y="881380"/>
            <a:ext cx="0" cy="93853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BD5739A4-FA0C-465D-BE6A-A1A56817CB1D}"/>
              </a:ext>
            </a:extLst>
          </p:cNvPr>
          <p:cNvCxnSpPr>
            <a:cxnSpLocks/>
          </p:cNvCxnSpPr>
          <p:nvPr/>
        </p:nvCxnSpPr>
        <p:spPr>
          <a:xfrm>
            <a:off x="1870710" y="881380"/>
            <a:ext cx="0" cy="93853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A3EFF0C8-5F53-4735-9655-586D2B0A781B}"/>
              </a:ext>
            </a:extLst>
          </p:cNvPr>
          <p:cNvCxnSpPr>
            <a:cxnSpLocks/>
          </p:cNvCxnSpPr>
          <p:nvPr/>
        </p:nvCxnSpPr>
        <p:spPr>
          <a:xfrm>
            <a:off x="6842760" y="881380"/>
            <a:ext cx="0" cy="93853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E8BB9327-EDF6-4994-B07C-8C4734A34773}"/>
              </a:ext>
            </a:extLst>
          </p:cNvPr>
          <p:cNvCxnSpPr>
            <a:cxnSpLocks/>
          </p:cNvCxnSpPr>
          <p:nvPr/>
        </p:nvCxnSpPr>
        <p:spPr>
          <a:xfrm flipH="1">
            <a:off x="1870710" y="2540000"/>
            <a:ext cx="0" cy="101727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28E5F1D9-3A8A-4207-95EB-CEE8ADD70791}"/>
              </a:ext>
            </a:extLst>
          </p:cNvPr>
          <p:cNvCxnSpPr>
            <a:cxnSpLocks/>
          </p:cNvCxnSpPr>
          <p:nvPr/>
        </p:nvCxnSpPr>
        <p:spPr>
          <a:xfrm>
            <a:off x="1870709" y="3557270"/>
            <a:ext cx="1491615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6150E858-92C8-4323-BB4D-99DBA26A9BD4}"/>
              </a:ext>
            </a:extLst>
          </p:cNvPr>
          <p:cNvCxnSpPr>
            <a:cxnSpLocks/>
          </p:cNvCxnSpPr>
          <p:nvPr/>
        </p:nvCxnSpPr>
        <p:spPr>
          <a:xfrm flipV="1">
            <a:off x="11814810" y="2540000"/>
            <a:ext cx="0" cy="101727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78B5DD1A-23E4-4408-9740-31D40E7AD647}"/>
              </a:ext>
            </a:extLst>
          </p:cNvPr>
          <p:cNvCxnSpPr>
            <a:cxnSpLocks/>
          </p:cNvCxnSpPr>
          <p:nvPr/>
        </p:nvCxnSpPr>
        <p:spPr>
          <a:xfrm flipV="1">
            <a:off x="14126211" y="2546350"/>
            <a:ext cx="0" cy="101092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478DA79D-1190-4211-AB03-4973D80DC9EC}"/>
              </a:ext>
            </a:extLst>
          </p:cNvPr>
          <p:cNvCxnSpPr>
            <a:cxnSpLocks/>
          </p:cNvCxnSpPr>
          <p:nvPr/>
        </p:nvCxnSpPr>
        <p:spPr>
          <a:xfrm flipV="1">
            <a:off x="16786861" y="2540000"/>
            <a:ext cx="0" cy="100584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704794F8-4244-4117-BADE-FA096331010E}"/>
                  </a:ext>
                </a:extLst>
              </p:cNvPr>
              <p:cNvSpPr txBox="1"/>
              <p:nvPr/>
            </p:nvSpPr>
            <p:spPr>
              <a:xfrm>
                <a:off x="2835909" y="1720850"/>
                <a:ext cx="444352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704794F8-4244-4117-BADE-FA0963310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909" y="1720850"/>
                <a:ext cx="444352" cy="49244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DE56E3CE-1FCB-43A7-9C3E-9CDEB22F622A}"/>
                  </a:ext>
                </a:extLst>
              </p:cNvPr>
              <p:cNvSpPr txBox="1"/>
              <p:nvPr/>
            </p:nvSpPr>
            <p:spPr>
              <a:xfrm>
                <a:off x="7807959" y="1720850"/>
                <a:ext cx="444352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DE56E3CE-1FCB-43A7-9C3E-9CDEB22F6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959" y="1720850"/>
                <a:ext cx="444352" cy="49244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9D75741C-02DE-49A0-AE00-8254C89D01DD}"/>
                  </a:ext>
                </a:extLst>
              </p:cNvPr>
              <p:cNvSpPr txBox="1"/>
              <p:nvPr/>
            </p:nvSpPr>
            <p:spPr>
              <a:xfrm>
                <a:off x="12780009" y="1720850"/>
                <a:ext cx="444352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9D75741C-02DE-49A0-AE00-8254C89D0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0009" y="1720850"/>
                <a:ext cx="444352" cy="49244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9070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812</TotalTime>
  <Words>27</Words>
  <Application>Microsoft Office PowerPoint</Application>
  <PresentationFormat>自定义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癸铭 许</dc:creator>
  <cp:lastModifiedBy>癸铭 许</cp:lastModifiedBy>
  <cp:revision>15</cp:revision>
  <dcterms:created xsi:type="dcterms:W3CDTF">2024-08-07T08:44:24Z</dcterms:created>
  <dcterms:modified xsi:type="dcterms:W3CDTF">2026-03-21T14:26:56Z</dcterms:modified>
</cp:coreProperties>
</file>