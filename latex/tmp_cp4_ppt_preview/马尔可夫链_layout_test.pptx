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</p:sldIdLst>
  <p:sldSz cx="17892713" cy="4319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138" y="14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36589" y="706933"/>
            <a:ext cx="13419535" cy="1503857"/>
          </a:xfrm>
        </p:spPr>
        <p:txBody>
          <a:bodyPr anchor="b"/>
          <a:lstStyle>
            <a:lvl1pPr algn="ctr">
              <a:defRPr sz="377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36589" y="2268784"/>
            <a:ext cx="13419535" cy="1042900"/>
          </a:xfrm>
        </p:spPr>
        <p:txBody>
          <a:bodyPr/>
          <a:lstStyle>
            <a:lvl1pPr marL="0" indent="0" algn="ctr">
              <a:buNone/>
              <a:defRPr sz="1512"/>
            </a:lvl1pPr>
            <a:lvl2pPr marL="287990" indent="0" algn="ctr">
              <a:buNone/>
              <a:defRPr sz="1260"/>
            </a:lvl2pPr>
            <a:lvl3pPr marL="575981" indent="0" algn="ctr">
              <a:buNone/>
              <a:defRPr sz="1134"/>
            </a:lvl3pPr>
            <a:lvl4pPr marL="863971" indent="0" algn="ctr">
              <a:buNone/>
              <a:defRPr sz="1008"/>
            </a:lvl4pPr>
            <a:lvl5pPr marL="1151961" indent="0" algn="ctr">
              <a:buNone/>
              <a:defRPr sz="1008"/>
            </a:lvl5pPr>
            <a:lvl6pPr marL="1439951" indent="0" algn="ctr">
              <a:buNone/>
              <a:defRPr sz="1008"/>
            </a:lvl6pPr>
            <a:lvl7pPr marL="1727942" indent="0" algn="ctr">
              <a:buNone/>
              <a:defRPr sz="1008"/>
            </a:lvl7pPr>
            <a:lvl8pPr marL="2015932" indent="0" algn="ctr">
              <a:buNone/>
              <a:defRPr sz="1008"/>
            </a:lvl8pPr>
            <a:lvl9pPr marL="2303922" indent="0" algn="ctr">
              <a:buNone/>
              <a:defRPr sz="1008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BC23-CAD1-4427-AD1E-52C628C5691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4D7C-5215-4459-BE3D-F61C66399A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4727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BC23-CAD1-4427-AD1E-52C628C5691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4D7C-5215-4459-BE3D-F61C66399A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9521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0805" y="1076898"/>
            <a:ext cx="15432465" cy="1796828"/>
          </a:xfrm>
        </p:spPr>
        <p:txBody>
          <a:bodyPr anchor="b"/>
          <a:lstStyle>
            <a:lvl1pPr>
              <a:defRPr sz="377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0805" y="2890725"/>
            <a:ext cx="15432465" cy="944910"/>
          </a:xfrm>
        </p:spPr>
        <p:txBody>
          <a:bodyPr/>
          <a:lstStyle>
            <a:lvl1pPr marL="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1pPr>
            <a:lvl2pPr marL="28799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2pPr>
            <a:lvl3pPr marL="575981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3pPr>
            <a:lvl4pPr marL="86397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4pPr>
            <a:lvl5pPr marL="115196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5pPr>
            <a:lvl6pPr marL="143995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6pPr>
            <a:lvl7pPr marL="172794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7pPr>
            <a:lvl8pPr marL="201593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8pPr>
            <a:lvl9pPr marL="230392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BC23-CAD1-4427-AD1E-52C628C5691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4D7C-5215-4459-BE3D-F61C66399A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5250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0124" y="1149890"/>
            <a:ext cx="7604403" cy="27407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58186" y="1149890"/>
            <a:ext cx="7604403" cy="27407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BC23-CAD1-4427-AD1E-52C628C5691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4D7C-5215-4459-BE3D-F61C66399A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4615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2455" y="229978"/>
            <a:ext cx="15432465" cy="83492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2455" y="1058899"/>
            <a:ext cx="7569456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2455" y="1577849"/>
            <a:ext cx="7569456" cy="23207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058186" y="1058899"/>
            <a:ext cx="7606734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058186" y="1577849"/>
            <a:ext cx="7606734" cy="23207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BC23-CAD1-4427-AD1E-52C628C5691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4D7C-5215-4459-BE3D-F61C66399A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0147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BC23-CAD1-4427-AD1E-52C628C5691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4D7C-5215-4459-BE3D-F61C66399A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0355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BC23-CAD1-4427-AD1E-52C628C5691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4D7C-5215-4459-BE3D-F61C66399A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734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2455" y="287972"/>
            <a:ext cx="5770865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6734" y="621941"/>
            <a:ext cx="9058186" cy="3069707"/>
          </a:xfrm>
        </p:spPr>
        <p:txBody>
          <a:bodyPr/>
          <a:lstStyle>
            <a:lvl1pPr>
              <a:defRPr sz="2016"/>
            </a:lvl1pPr>
            <a:lvl2pPr>
              <a:defRPr sz="1764"/>
            </a:lvl2pPr>
            <a:lvl3pPr>
              <a:defRPr sz="1512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2455" y="1295877"/>
            <a:ext cx="5770865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BC23-CAD1-4427-AD1E-52C628C5691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4D7C-5215-4459-BE3D-F61C66399A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3335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2455" y="287972"/>
            <a:ext cx="5770865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06734" y="621941"/>
            <a:ext cx="9058186" cy="3069707"/>
          </a:xfrm>
        </p:spPr>
        <p:txBody>
          <a:bodyPr anchor="t"/>
          <a:lstStyle>
            <a:lvl1pPr marL="0" indent="0">
              <a:buNone/>
              <a:defRPr sz="2016"/>
            </a:lvl1pPr>
            <a:lvl2pPr marL="287990" indent="0">
              <a:buNone/>
              <a:defRPr sz="1764"/>
            </a:lvl2pPr>
            <a:lvl3pPr marL="575981" indent="0">
              <a:buNone/>
              <a:defRPr sz="1512"/>
            </a:lvl3pPr>
            <a:lvl4pPr marL="863971" indent="0">
              <a:buNone/>
              <a:defRPr sz="1260"/>
            </a:lvl4pPr>
            <a:lvl5pPr marL="1151961" indent="0">
              <a:buNone/>
              <a:defRPr sz="1260"/>
            </a:lvl5pPr>
            <a:lvl6pPr marL="1439951" indent="0">
              <a:buNone/>
              <a:defRPr sz="1260"/>
            </a:lvl6pPr>
            <a:lvl7pPr marL="1727942" indent="0">
              <a:buNone/>
              <a:defRPr sz="1260"/>
            </a:lvl7pPr>
            <a:lvl8pPr marL="2015932" indent="0">
              <a:buNone/>
              <a:defRPr sz="1260"/>
            </a:lvl8pPr>
            <a:lvl9pPr marL="2303922" indent="0">
              <a:buNone/>
              <a:defRPr sz="126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2455" y="1295877"/>
            <a:ext cx="5770865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BC23-CAD1-4427-AD1E-52C628C5691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4D7C-5215-4459-BE3D-F61C66399A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2996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BC23-CAD1-4427-AD1E-52C628C5691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4D7C-5215-4459-BE3D-F61C66399A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5001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04473" y="229978"/>
            <a:ext cx="3858116" cy="366065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0124" y="229978"/>
            <a:ext cx="11350690" cy="366065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5BC23-CAD1-4427-AD1E-52C628C5691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4D7C-5215-4459-BE3D-F61C66399A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0868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0124" y="229978"/>
            <a:ext cx="15432465" cy="834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0124" y="1149890"/>
            <a:ext cx="15432465" cy="274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0124" y="4003618"/>
            <a:ext cx="4025860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5BC23-CAD1-4427-AD1E-52C628C5691E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26961" y="4003618"/>
            <a:ext cx="6038791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636729" y="4003618"/>
            <a:ext cx="4025860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24D7C-5215-4459-BE3D-F61C66399A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5167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75981" rtl="0" eaLnBrk="1" latinLnBrk="0" hangingPunct="1">
        <a:lnSpc>
          <a:spcPct val="90000"/>
        </a:lnSpc>
        <a:spcBef>
          <a:spcPct val="0"/>
        </a:spcBef>
        <a:buNone/>
        <a:defRPr sz="27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3995" indent="-143995" algn="l" defTabSz="575981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1pPr>
      <a:lvl2pPr marL="431985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1997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100796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29595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58394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87193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15992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44791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1pPr>
      <a:lvl2pPr marL="28799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7598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3pPr>
      <a:lvl4pPr marL="86397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15196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43995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72794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01593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30392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流程图: 终止 3">
                <a:extLst>
                  <a:ext uri="{FF2B5EF4-FFF2-40B4-BE49-F238E27FC236}">
                    <a16:creationId xmlns:a16="http://schemas.microsoft.com/office/drawing/2014/main" id="{F5C0F845-FFAB-4B89-A6EC-A3EABCE5FF11}"/>
                  </a:ext>
                </a:extLst>
              </p:cNvPr>
              <p:cNvSpPr/>
              <p:nvPr/>
            </p:nvSpPr>
            <p:spPr>
              <a:xfrm>
                <a:off x="918210" y="1820021"/>
                <a:ext cx="1905000" cy="720001"/>
              </a:xfrm>
              <a:prstGeom prst="flowChartTerminator">
                <a:avLst/>
              </a:prstGeom>
              <a:solidFill>
                <a:schemeClr val="bg1"/>
              </a:solid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25400" rIns="254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流程图: 终止 3">
                <a:extLst>
                  <a:ext uri="{FF2B5EF4-FFF2-40B4-BE49-F238E27FC236}">
                    <a16:creationId xmlns:a16="http://schemas.microsoft.com/office/drawing/2014/main" id="{F5C0F845-FFAB-4B89-A6EC-A3EABCE5FF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210" y="1820021"/>
                <a:ext cx="1905000" cy="720001"/>
              </a:xfrm>
              <a:prstGeom prst="flowChartTerminator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流程图: 终止 4">
                <a:extLst>
                  <a:ext uri="{FF2B5EF4-FFF2-40B4-BE49-F238E27FC236}">
                    <a16:creationId xmlns:a16="http://schemas.microsoft.com/office/drawing/2014/main" id="{59E86CCA-3DD6-4C23-B22B-2ECDB7848570}"/>
                  </a:ext>
                </a:extLst>
              </p:cNvPr>
              <p:cNvSpPr/>
              <p:nvPr/>
            </p:nvSpPr>
            <p:spPr>
              <a:xfrm>
                <a:off x="3229610" y="1820021"/>
                <a:ext cx="1905000" cy="720001"/>
              </a:xfrm>
              <a:prstGeom prst="flowChartTerminator">
                <a:avLst/>
              </a:prstGeom>
              <a:solidFill>
                <a:schemeClr val="bg1"/>
              </a:solid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25400" rIns="254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流程图: 终止 4">
                <a:extLst>
                  <a:ext uri="{FF2B5EF4-FFF2-40B4-BE49-F238E27FC236}">
                    <a16:creationId xmlns:a16="http://schemas.microsoft.com/office/drawing/2014/main" id="{59E86CCA-3DD6-4C23-B22B-2ECDB78485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9610" y="1820021"/>
                <a:ext cx="1905000" cy="720001"/>
              </a:xfrm>
              <a:prstGeom prst="flowChartTerminator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630EC6BA-3731-4CEA-AA76-4769DA934313}"/>
              </a:ext>
            </a:extLst>
          </p:cNvPr>
          <p:cNvSpPr txBox="1"/>
          <p:nvPr/>
        </p:nvSpPr>
        <p:spPr>
          <a:xfrm>
            <a:off x="10233660" y="2001747"/>
            <a:ext cx="6815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……</a:t>
            </a:r>
            <a:endParaRPr lang="zh-CN" alt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流程图: 终止 9">
                <a:extLst>
                  <a:ext uri="{FF2B5EF4-FFF2-40B4-BE49-F238E27FC236}">
                    <a16:creationId xmlns:a16="http://schemas.microsoft.com/office/drawing/2014/main" id="{A94F9AE1-5031-4B97-98D7-4584F14B6893}"/>
                  </a:ext>
                </a:extLst>
              </p:cNvPr>
              <p:cNvSpPr/>
              <p:nvPr/>
            </p:nvSpPr>
            <p:spPr>
              <a:xfrm>
                <a:off x="5890260" y="1820021"/>
                <a:ext cx="1905000" cy="720001"/>
              </a:xfrm>
              <a:prstGeom prst="flowChartTerminator">
                <a:avLst/>
              </a:prstGeom>
              <a:solidFill>
                <a:schemeClr val="bg1"/>
              </a:solid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25400" rIns="254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𝑤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−1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流程图: 终止 9">
                <a:extLst>
                  <a:ext uri="{FF2B5EF4-FFF2-40B4-BE49-F238E27FC236}">
                    <a16:creationId xmlns:a16="http://schemas.microsoft.com/office/drawing/2014/main" id="{A94F9AE1-5031-4B97-98D7-4584F14B68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0260" y="1820021"/>
                <a:ext cx="1905000" cy="720001"/>
              </a:xfrm>
              <a:prstGeom prst="flowChartTerminator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流程图: 终止 10">
                <a:extLst>
                  <a:ext uri="{FF2B5EF4-FFF2-40B4-BE49-F238E27FC236}">
                    <a16:creationId xmlns:a16="http://schemas.microsoft.com/office/drawing/2014/main" id="{F4EE261E-B5A9-4E2D-AA55-D4A1325BB59A}"/>
                  </a:ext>
                </a:extLst>
              </p:cNvPr>
              <p:cNvSpPr/>
              <p:nvPr/>
            </p:nvSpPr>
            <p:spPr>
              <a:xfrm>
                <a:off x="8201660" y="1820021"/>
                <a:ext cx="1905000" cy="720001"/>
              </a:xfrm>
              <a:prstGeom prst="flowChartTerminator">
                <a:avLst/>
              </a:prstGeom>
              <a:solidFill>
                <a:schemeClr val="bg1"/>
              </a:solid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25400" rIns="254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流程图: 终止 10">
                <a:extLst>
                  <a:ext uri="{FF2B5EF4-FFF2-40B4-BE49-F238E27FC236}">
                    <a16:creationId xmlns:a16="http://schemas.microsoft.com/office/drawing/2014/main" id="{F4EE261E-B5A9-4E2D-AA55-D4A1325BB5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1660" y="1820021"/>
                <a:ext cx="1905000" cy="720001"/>
              </a:xfrm>
              <a:prstGeom prst="flowChartTerminator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F40CA029-80B5-41F2-8272-F90E4575F1AC}"/>
              </a:ext>
            </a:extLst>
          </p:cNvPr>
          <p:cNvSpPr txBox="1"/>
          <p:nvPr/>
        </p:nvSpPr>
        <p:spPr>
          <a:xfrm>
            <a:off x="5261610" y="2001747"/>
            <a:ext cx="6815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……</a:t>
            </a:r>
            <a:endParaRPr lang="zh-CN" alt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流程图: 终止 14">
                <a:extLst>
                  <a:ext uri="{FF2B5EF4-FFF2-40B4-BE49-F238E27FC236}">
                    <a16:creationId xmlns:a16="http://schemas.microsoft.com/office/drawing/2014/main" id="{ED35C842-BFEF-4018-B523-EF3914814AFF}"/>
                  </a:ext>
                </a:extLst>
              </p:cNvPr>
              <p:cNvSpPr/>
              <p:nvPr/>
            </p:nvSpPr>
            <p:spPr>
              <a:xfrm>
                <a:off x="10862310" y="1820021"/>
                <a:ext cx="1905000" cy="720001"/>
              </a:xfrm>
              <a:prstGeom prst="flowChartTerminator">
                <a:avLst/>
              </a:prstGeom>
              <a:solidFill>
                <a:schemeClr val="bg1"/>
              </a:solid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25400" rIns="254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𝑧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" name="流程图: 终止 14">
                <a:extLst>
                  <a:ext uri="{FF2B5EF4-FFF2-40B4-BE49-F238E27FC236}">
                    <a16:creationId xmlns:a16="http://schemas.microsoft.com/office/drawing/2014/main" id="{ED35C842-BFEF-4018-B523-EF3914814A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2310" y="1820021"/>
                <a:ext cx="1905000" cy="720001"/>
              </a:xfrm>
              <a:prstGeom prst="flowChartTerminator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流程图: 终止 15">
                <a:extLst>
                  <a:ext uri="{FF2B5EF4-FFF2-40B4-BE49-F238E27FC236}">
                    <a16:creationId xmlns:a16="http://schemas.microsoft.com/office/drawing/2014/main" id="{A85E7E00-5B9C-4A24-877C-49E4DC5B6A22}"/>
                  </a:ext>
                </a:extLst>
              </p:cNvPr>
              <p:cNvSpPr/>
              <p:nvPr/>
            </p:nvSpPr>
            <p:spPr>
              <a:xfrm>
                <a:off x="13173711" y="1826415"/>
                <a:ext cx="1905000" cy="720001"/>
              </a:xfrm>
              <a:prstGeom prst="flowChartTerminator">
                <a:avLst/>
              </a:prstGeom>
              <a:solidFill>
                <a:schemeClr val="bg1"/>
              </a:solid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25400" rIns="254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+1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" name="流程图: 终止 15">
                <a:extLst>
                  <a:ext uri="{FF2B5EF4-FFF2-40B4-BE49-F238E27FC236}">
                    <a16:creationId xmlns:a16="http://schemas.microsoft.com/office/drawing/2014/main" id="{A85E7E00-5B9C-4A24-877C-49E4DC5B6A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3711" y="1826415"/>
                <a:ext cx="1905000" cy="720001"/>
              </a:xfrm>
              <a:prstGeom prst="flowChartTerminator">
                <a:avLst/>
              </a:prstGeom>
              <a:blipFill>
                <a:blip r:embed="rId7"/>
                <a:stretch>
                  <a:fillRect/>
                </a:stretch>
              </a:blip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0CC874BA-FA33-4D94-B609-6EC249E2E29E}"/>
              </a:ext>
            </a:extLst>
          </p:cNvPr>
          <p:cNvSpPr txBox="1"/>
          <p:nvPr/>
        </p:nvSpPr>
        <p:spPr>
          <a:xfrm>
            <a:off x="15205711" y="1995353"/>
            <a:ext cx="6815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……</a:t>
            </a:r>
            <a:endParaRPr lang="zh-CN" alt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流程图: 终止 17">
                <a:extLst>
                  <a:ext uri="{FF2B5EF4-FFF2-40B4-BE49-F238E27FC236}">
                    <a16:creationId xmlns:a16="http://schemas.microsoft.com/office/drawing/2014/main" id="{B0A2BB96-D779-4F85-9D26-792D7D888158}"/>
                  </a:ext>
                </a:extLst>
              </p:cNvPr>
              <p:cNvSpPr/>
              <p:nvPr/>
            </p:nvSpPr>
            <p:spPr>
              <a:xfrm>
                <a:off x="15834361" y="1820021"/>
                <a:ext cx="1905000" cy="720001"/>
              </a:xfrm>
              <a:prstGeom prst="flowChartTerminator">
                <a:avLst/>
              </a:prstGeom>
              <a:solidFill>
                <a:schemeClr val="bg1"/>
              </a:solid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25400" rIns="254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𝑤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−1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8" name="流程图: 终止 17">
                <a:extLst>
                  <a:ext uri="{FF2B5EF4-FFF2-40B4-BE49-F238E27FC236}">
                    <a16:creationId xmlns:a16="http://schemas.microsoft.com/office/drawing/2014/main" id="{B0A2BB96-D779-4F85-9D26-792D7D8881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34361" y="1820021"/>
                <a:ext cx="1905000" cy="720001"/>
              </a:xfrm>
              <a:prstGeom prst="flowChartTerminator">
                <a:avLst/>
              </a:prstGeom>
              <a:blipFill>
                <a:blip r:embed="rId8"/>
                <a:stretch>
                  <a:fillRect/>
                </a:stretch>
              </a:blip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C55D7204-3ED2-40C9-BBFB-7B3AB3F9E431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600918" y="2180022"/>
            <a:ext cx="317292" cy="6392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CCB79658-D6B4-4EBB-9D28-BC40C75C0437}"/>
              </a:ext>
            </a:extLst>
          </p:cNvPr>
          <p:cNvCxnSpPr>
            <a:stCxn id="5" idx="1"/>
            <a:endCxn id="4" idx="3"/>
          </p:cNvCxnSpPr>
          <p:nvPr/>
        </p:nvCxnSpPr>
        <p:spPr>
          <a:xfrm flipH="1">
            <a:off x="2823210" y="2180022"/>
            <a:ext cx="4064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EA7E0AA0-6B71-4AC3-AD55-07B6ACD06534}"/>
              </a:ext>
            </a:extLst>
          </p:cNvPr>
          <p:cNvCxnSpPr>
            <a:stCxn id="11" idx="1"/>
            <a:endCxn id="10" idx="3"/>
          </p:cNvCxnSpPr>
          <p:nvPr/>
        </p:nvCxnSpPr>
        <p:spPr>
          <a:xfrm flipH="1">
            <a:off x="7795260" y="2180022"/>
            <a:ext cx="4064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7A008DEA-CAE2-4AEC-A1B8-1589E50652F3}"/>
              </a:ext>
            </a:extLst>
          </p:cNvPr>
          <p:cNvCxnSpPr>
            <a:stCxn id="16" idx="1"/>
            <a:endCxn id="15" idx="3"/>
          </p:cNvCxnSpPr>
          <p:nvPr/>
        </p:nvCxnSpPr>
        <p:spPr>
          <a:xfrm flipH="1" flipV="1">
            <a:off x="12767310" y="2180022"/>
            <a:ext cx="406401" cy="6394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C461960A-22D3-4711-9746-BBE97E16A118}"/>
                  </a:ext>
                </a:extLst>
              </p:cNvPr>
              <p:cNvSpPr txBox="1"/>
              <p:nvPr/>
            </p:nvSpPr>
            <p:spPr>
              <a:xfrm>
                <a:off x="1578610" y="863600"/>
                <a:ext cx="541430" cy="8302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C461960A-22D3-4711-9746-BBE97E16A1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610" y="863600"/>
                <a:ext cx="541430" cy="83029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973F8E75-1BA8-419B-B2FC-46C763F0C8D3}"/>
                  </a:ext>
                </a:extLst>
              </p:cNvPr>
              <p:cNvSpPr txBox="1"/>
              <p:nvPr/>
            </p:nvSpPr>
            <p:spPr>
              <a:xfrm>
                <a:off x="3890010" y="863600"/>
                <a:ext cx="541430" cy="8302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973F8E75-1BA8-419B-B2FC-46C763F0C8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0010" y="863600"/>
                <a:ext cx="541430" cy="83029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5A4138BD-F4FE-4EB2-A8DB-19EA8A91B780}"/>
                  </a:ext>
                </a:extLst>
              </p:cNvPr>
              <p:cNvSpPr txBox="1"/>
              <p:nvPr/>
            </p:nvSpPr>
            <p:spPr>
              <a:xfrm>
                <a:off x="6550660" y="863600"/>
                <a:ext cx="541430" cy="8302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5A4138BD-F4FE-4EB2-A8DB-19EA8A91B7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0660" y="863600"/>
                <a:ext cx="541430" cy="83029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CD18F0BA-06D0-43B8-9E1F-F303E2A7CBEA}"/>
                  </a:ext>
                </a:extLst>
              </p:cNvPr>
              <p:cNvSpPr txBox="1"/>
              <p:nvPr/>
            </p:nvSpPr>
            <p:spPr>
              <a:xfrm>
                <a:off x="11052810" y="2641599"/>
                <a:ext cx="912494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CD18F0BA-06D0-43B8-9E1F-F303E2A7CB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2810" y="2641599"/>
                <a:ext cx="912494" cy="80945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14F60C58-FF77-4F8B-A710-2F4F782607F3}"/>
                  </a:ext>
                </a:extLst>
              </p:cNvPr>
              <p:cNvSpPr txBox="1"/>
              <p:nvPr/>
            </p:nvSpPr>
            <p:spPr>
              <a:xfrm>
                <a:off x="13364211" y="2641599"/>
                <a:ext cx="912494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14F60C58-FF77-4F8B-A710-2F4F782607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64211" y="2641599"/>
                <a:ext cx="912494" cy="80945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36FE0DF0-A6FF-4855-B843-BC41D66112DC}"/>
                  </a:ext>
                </a:extLst>
              </p:cNvPr>
              <p:cNvSpPr txBox="1"/>
              <p:nvPr/>
            </p:nvSpPr>
            <p:spPr>
              <a:xfrm>
                <a:off x="16024861" y="2641599"/>
                <a:ext cx="912494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36FE0DF0-A6FF-4855-B843-BC41D6611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4861" y="2641599"/>
                <a:ext cx="912494" cy="80945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11610DEF-94C0-4852-9459-693DC8D958DA}"/>
              </a:ext>
            </a:extLst>
          </p:cNvPr>
          <p:cNvCxnSpPr/>
          <p:nvPr/>
        </p:nvCxnSpPr>
        <p:spPr>
          <a:xfrm flipV="1">
            <a:off x="615213" y="867523"/>
            <a:ext cx="0" cy="1318893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52BCAC03-E89B-4D57-A6CE-A6C5B635BC00}"/>
              </a:ext>
            </a:extLst>
          </p:cNvPr>
          <p:cNvCxnSpPr>
            <a:cxnSpLocks/>
          </p:cNvCxnSpPr>
          <p:nvPr/>
        </p:nvCxnSpPr>
        <p:spPr>
          <a:xfrm flipV="1">
            <a:off x="601011" y="867521"/>
            <a:ext cx="6021909" cy="16164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0FB5D865-FF0D-4293-8FFF-B7A20A2E5727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4003610" y="881765"/>
            <a:ext cx="178500" cy="938256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BD5739A4-FA0C-465D-BE6A-A1A56817CB1D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1692208" y="881765"/>
            <a:ext cx="178502" cy="938256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A3EFF0C8-5F53-4735-9655-586D2B0A781B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6664259" y="881765"/>
            <a:ext cx="178501" cy="938256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E8BB9327-EDF6-4994-B07C-8C4734A34773}"/>
              </a:ext>
            </a:extLst>
          </p:cNvPr>
          <p:cNvCxnSpPr>
            <a:stCxn id="4" idx="2"/>
          </p:cNvCxnSpPr>
          <p:nvPr/>
        </p:nvCxnSpPr>
        <p:spPr>
          <a:xfrm flipH="1">
            <a:off x="1692208" y="2540022"/>
            <a:ext cx="178502" cy="100584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28E5F1D9-3A8A-4207-95EB-CEE8ADD70791}"/>
              </a:ext>
            </a:extLst>
          </p:cNvPr>
          <p:cNvCxnSpPr>
            <a:cxnSpLocks/>
          </p:cNvCxnSpPr>
          <p:nvPr/>
        </p:nvCxnSpPr>
        <p:spPr>
          <a:xfrm>
            <a:off x="1692304" y="3557436"/>
            <a:ext cx="14808049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6150E858-92C8-4323-BB4D-99DBA26A9BD4}"/>
              </a:ext>
            </a:extLst>
          </p:cNvPr>
          <p:cNvCxnSpPr>
            <a:cxnSpLocks/>
            <a:endCxn id="15" idx="2"/>
          </p:cNvCxnSpPr>
          <p:nvPr/>
        </p:nvCxnSpPr>
        <p:spPr>
          <a:xfrm flipV="1">
            <a:off x="11636310" y="2540022"/>
            <a:ext cx="178500" cy="101741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78B5DD1A-23E4-4408-9740-31D40E7AD647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13947709" y="2546416"/>
            <a:ext cx="178502" cy="1011024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478DA79D-1190-4211-AB03-4973D80DC9EC}"/>
              </a:ext>
            </a:extLst>
          </p:cNvPr>
          <p:cNvCxnSpPr>
            <a:cxnSpLocks/>
            <a:endCxn id="18" idx="2"/>
          </p:cNvCxnSpPr>
          <p:nvPr/>
        </p:nvCxnSpPr>
        <p:spPr>
          <a:xfrm flipV="1">
            <a:off x="16616268" y="2540022"/>
            <a:ext cx="170593" cy="100584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704794F8-4244-4117-BADE-FA096331010E}"/>
                  </a:ext>
                </a:extLst>
              </p:cNvPr>
              <p:cNvSpPr txBox="1"/>
              <p:nvPr/>
            </p:nvSpPr>
            <p:spPr>
              <a:xfrm>
                <a:off x="2835909" y="1711960"/>
                <a:ext cx="46519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704794F8-4244-4117-BADE-FA0963310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5909" y="1711960"/>
                <a:ext cx="465192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DE56E3CE-1FCB-43A7-9C3E-9CDEB22F622A}"/>
                  </a:ext>
                </a:extLst>
              </p:cNvPr>
              <p:cNvSpPr txBox="1"/>
              <p:nvPr/>
            </p:nvSpPr>
            <p:spPr>
              <a:xfrm>
                <a:off x="7807959" y="1711960"/>
                <a:ext cx="46519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DE56E3CE-1FCB-43A7-9C3E-9CDEB22F6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7959" y="1711960"/>
                <a:ext cx="465192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9D75741C-02DE-49A0-AE00-8254C89D01DD}"/>
                  </a:ext>
                </a:extLst>
              </p:cNvPr>
              <p:cNvSpPr txBox="1"/>
              <p:nvPr/>
            </p:nvSpPr>
            <p:spPr>
              <a:xfrm>
                <a:off x="12780009" y="1711960"/>
                <a:ext cx="46519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9D75741C-02DE-49A0-AE00-8254C89D0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0009" y="1711960"/>
                <a:ext cx="465192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9070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812</TotalTime>
  <Words>27</Words>
  <Application>Microsoft Office PowerPoint</Application>
  <PresentationFormat>自定义</PresentationFormat>
  <Paragraphs>19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癸铭 许</dc:creator>
  <cp:lastModifiedBy>癸铭 许</cp:lastModifiedBy>
  <cp:revision>15</cp:revision>
  <dcterms:created xsi:type="dcterms:W3CDTF">2024-08-07T08:44:24Z</dcterms:created>
  <dcterms:modified xsi:type="dcterms:W3CDTF">2026-03-21T14:25:26Z</dcterms:modified>
</cp:coreProperties>
</file>