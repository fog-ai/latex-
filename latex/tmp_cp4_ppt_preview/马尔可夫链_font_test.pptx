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7" r:id="rId2"/>
  </p:sldIdLst>
  <p:sldSz cx="17892713" cy="43195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83" d="100"/>
          <a:sy n="83" d="100"/>
        </p:scale>
        <p:origin x="138" y="14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36589" y="706933"/>
            <a:ext cx="13419535" cy="1503857"/>
          </a:xfrm>
        </p:spPr>
        <p:txBody>
          <a:bodyPr anchor="b"/>
          <a:lstStyle>
            <a:lvl1pPr algn="ctr">
              <a:defRPr sz="377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36589" y="2268784"/>
            <a:ext cx="13419535" cy="1042900"/>
          </a:xfrm>
        </p:spPr>
        <p:txBody>
          <a:bodyPr/>
          <a:lstStyle>
            <a:lvl1pPr marL="0" indent="0" algn="ctr">
              <a:buNone/>
              <a:defRPr sz="1512"/>
            </a:lvl1pPr>
            <a:lvl2pPr marL="287990" indent="0" algn="ctr">
              <a:buNone/>
              <a:defRPr sz="1260"/>
            </a:lvl2pPr>
            <a:lvl3pPr marL="575981" indent="0" algn="ctr">
              <a:buNone/>
              <a:defRPr sz="1134"/>
            </a:lvl3pPr>
            <a:lvl4pPr marL="863971" indent="0" algn="ctr">
              <a:buNone/>
              <a:defRPr sz="1008"/>
            </a:lvl4pPr>
            <a:lvl5pPr marL="1151961" indent="0" algn="ctr">
              <a:buNone/>
              <a:defRPr sz="1008"/>
            </a:lvl5pPr>
            <a:lvl6pPr marL="1439951" indent="0" algn="ctr">
              <a:buNone/>
              <a:defRPr sz="1008"/>
            </a:lvl6pPr>
            <a:lvl7pPr marL="1727942" indent="0" algn="ctr">
              <a:buNone/>
              <a:defRPr sz="1008"/>
            </a:lvl7pPr>
            <a:lvl8pPr marL="2015932" indent="0" algn="ctr">
              <a:buNone/>
              <a:defRPr sz="1008"/>
            </a:lvl8pPr>
            <a:lvl9pPr marL="2303922" indent="0" algn="ctr">
              <a:buNone/>
              <a:defRPr sz="1008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5BC23-CAD1-4427-AD1E-52C628C5691E}" type="datetimeFigureOut">
              <a:rPr lang="zh-CN" altLang="en-US" smtClean="0"/>
              <a:t>2026/3/21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24D7C-5215-4459-BE3D-F61C66399A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47276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5BC23-CAD1-4427-AD1E-52C628C5691E}" type="datetimeFigureOut">
              <a:rPr lang="zh-CN" altLang="en-US" smtClean="0"/>
              <a:t>2026/3/21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24D7C-5215-4459-BE3D-F61C66399A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95210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0805" y="1076898"/>
            <a:ext cx="15432465" cy="1796828"/>
          </a:xfrm>
        </p:spPr>
        <p:txBody>
          <a:bodyPr anchor="b"/>
          <a:lstStyle>
            <a:lvl1pPr>
              <a:defRPr sz="377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0805" y="2890725"/>
            <a:ext cx="15432465" cy="944910"/>
          </a:xfrm>
        </p:spPr>
        <p:txBody>
          <a:bodyPr/>
          <a:lstStyle>
            <a:lvl1pPr marL="0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1pPr>
            <a:lvl2pPr marL="28799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2pPr>
            <a:lvl3pPr marL="575981" indent="0">
              <a:buNone/>
              <a:defRPr sz="1134">
                <a:solidFill>
                  <a:schemeClr val="tx1">
                    <a:tint val="75000"/>
                  </a:schemeClr>
                </a:solidFill>
              </a:defRPr>
            </a:lvl3pPr>
            <a:lvl4pPr marL="863971" indent="0">
              <a:buNone/>
              <a:defRPr sz="1008">
                <a:solidFill>
                  <a:schemeClr val="tx1">
                    <a:tint val="75000"/>
                  </a:schemeClr>
                </a:solidFill>
              </a:defRPr>
            </a:lvl4pPr>
            <a:lvl5pPr marL="1151961" indent="0">
              <a:buNone/>
              <a:defRPr sz="1008">
                <a:solidFill>
                  <a:schemeClr val="tx1">
                    <a:tint val="75000"/>
                  </a:schemeClr>
                </a:solidFill>
              </a:defRPr>
            </a:lvl5pPr>
            <a:lvl6pPr marL="1439951" indent="0">
              <a:buNone/>
              <a:defRPr sz="1008">
                <a:solidFill>
                  <a:schemeClr val="tx1">
                    <a:tint val="75000"/>
                  </a:schemeClr>
                </a:solidFill>
              </a:defRPr>
            </a:lvl6pPr>
            <a:lvl7pPr marL="1727942" indent="0">
              <a:buNone/>
              <a:defRPr sz="1008">
                <a:solidFill>
                  <a:schemeClr val="tx1">
                    <a:tint val="75000"/>
                  </a:schemeClr>
                </a:solidFill>
              </a:defRPr>
            </a:lvl7pPr>
            <a:lvl8pPr marL="2015932" indent="0">
              <a:buNone/>
              <a:defRPr sz="1008">
                <a:solidFill>
                  <a:schemeClr val="tx1">
                    <a:tint val="75000"/>
                  </a:schemeClr>
                </a:solidFill>
              </a:defRPr>
            </a:lvl8pPr>
            <a:lvl9pPr marL="2303922" indent="0">
              <a:buNone/>
              <a:defRPr sz="100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5BC23-CAD1-4427-AD1E-52C628C5691E}" type="datetimeFigureOut">
              <a:rPr lang="zh-CN" altLang="en-US" smtClean="0"/>
              <a:t>2026/3/21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24D7C-5215-4459-BE3D-F61C66399A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52502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30124" y="1149890"/>
            <a:ext cx="7604403" cy="274073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058186" y="1149890"/>
            <a:ext cx="7604403" cy="274073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5BC23-CAD1-4427-AD1E-52C628C5691E}" type="datetimeFigureOut">
              <a:rPr lang="zh-CN" altLang="en-US" smtClean="0"/>
              <a:t>2026/3/21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24D7C-5215-4459-BE3D-F61C66399A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46157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2455" y="229978"/>
            <a:ext cx="15432465" cy="834921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32455" y="1058899"/>
            <a:ext cx="7569456" cy="518950"/>
          </a:xfrm>
        </p:spPr>
        <p:txBody>
          <a:bodyPr anchor="b"/>
          <a:lstStyle>
            <a:lvl1pPr marL="0" indent="0">
              <a:buNone/>
              <a:defRPr sz="1512" b="1"/>
            </a:lvl1pPr>
            <a:lvl2pPr marL="287990" indent="0">
              <a:buNone/>
              <a:defRPr sz="1260" b="1"/>
            </a:lvl2pPr>
            <a:lvl3pPr marL="575981" indent="0">
              <a:buNone/>
              <a:defRPr sz="1134" b="1"/>
            </a:lvl3pPr>
            <a:lvl4pPr marL="863971" indent="0">
              <a:buNone/>
              <a:defRPr sz="1008" b="1"/>
            </a:lvl4pPr>
            <a:lvl5pPr marL="1151961" indent="0">
              <a:buNone/>
              <a:defRPr sz="1008" b="1"/>
            </a:lvl5pPr>
            <a:lvl6pPr marL="1439951" indent="0">
              <a:buNone/>
              <a:defRPr sz="1008" b="1"/>
            </a:lvl6pPr>
            <a:lvl7pPr marL="1727942" indent="0">
              <a:buNone/>
              <a:defRPr sz="1008" b="1"/>
            </a:lvl7pPr>
            <a:lvl8pPr marL="2015932" indent="0">
              <a:buNone/>
              <a:defRPr sz="1008" b="1"/>
            </a:lvl8pPr>
            <a:lvl9pPr marL="2303922" indent="0">
              <a:buNone/>
              <a:defRPr sz="1008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32455" y="1577849"/>
            <a:ext cx="7569456" cy="232077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058186" y="1058899"/>
            <a:ext cx="7606734" cy="518950"/>
          </a:xfrm>
        </p:spPr>
        <p:txBody>
          <a:bodyPr anchor="b"/>
          <a:lstStyle>
            <a:lvl1pPr marL="0" indent="0">
              <a:buNone/>
              <a:defRPr sz="1512" b="1"/>
            </a:lvl1pPr>
            <a:lvl2pPr marL="287990" indent="0">
              <a:buNone/>
              <a:defRPr sz="1260" b="1"/>
            </a:lvl2pPr>
            <a:lvl3pPr marL="575981" indent="0">
              <a:buNone/>
              <a:defRPr sz="1134" b="1"/>
            </a:lvl3pPr>
            <a:lvl4pPr marL="863971" indent="0">
              <a:buNone/>
              <a:defRPr sz="1008" b="1"/>
            </a:lvl4pPr>
            <a:lvl5pPr marL="1151961" indent="0">
              <a:buNone/>
              <a:defRPr sz="1008" b="1"/>
            </a:lvl5pPr>
            <a:lvl6pPr marL="1439951" indent="0">
              <a:buNone/>
              <a:defRPr sz="1008" b="1"/>
            </a:lvl6pPr>
            <a:lvl7pPr marL="1727942" indent="0">
              <a:buNone/>
              <a:defRPr sz="1008" b="1"/>
            </a:lvl7pPr>
            <a:lvl8pPr marL="2015932" indent="0">
              <a:buNone/>
              <a:defRPr sz="1008" b="1"/>
            </a:lvl8pPr>
            <a:lvl9pPr marL="2303922" indent="0">
              <a:buNone/>
              <a:defRPr sz="1008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058186" y="1577849"/>
            <a:ext cx="7606734" cy="232077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5BC23-CAD1-4427-AD1E-52C628C5691E}" type="datetimeFigureOut">
              <a:rPr lang="zh-CN" altLang="en-US" smtClean="0"/>
              <a:t>2026/3/21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24D7C-5215-4459-BE3D-F61C66399A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01472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5BC23-CAD1-4427-AD1E-52C628C5691E}" type="datetimeFigureOut">
              <a:rPr lang="zh-CN" altLang="en-US" smtClean="0"/>
              <a:t>2026/3/21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24D7C-5215-4459-BE3D-F61C66399A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03559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5BC23-CAD1-4427-AD1E-52C628C5691E}" type="datetimeFigureOut">
              <a:rPr lang="zh-CN" altLang="en-US" smtClean="0"/>
              <a:t>2026/3/21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24D7C-5215-4459-BE3D-F61C66399A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77346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2455" y="287972"/>
            <a:ext cx="5770865" cy="1007904"/>
          </a:xfrm>
        </p:spPr>
        <p:txBody>
          <a:bodyPr anchor="b"/>
          <a:lstStyle>
            <a:lvl1pPr>
              <a:defRPr sz="2016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06734" y="621941"/>
            <a:ext cx="9058186" cy="3069707"/>
          </a:xfrm>
        </p:spPr>
        <p:txBody>
          <a:bodyPr/>
          <a:lstStyle>
            <a:lvl1pPr>
              <a:defRPr sz="2016"/>
            </a:lvl1pPr>
            <a:lvl2pPr>
              <a:defRPr sz="1764"/>
            </a:lvl2pPr>
            <a:lvl3pPr>
              <a:defRPr sz="1512"/>
            </a:lvl3pPr>
            <a:lvl4pPr>
              <a:defRPr sz="1260"/>
            </a:lvl4pPr>
            <a:lvl5pPr>
              <a:defRPr sz="1260"/>
            </a:lvl5pPr>
            <a:lvl6pPr>
              <a:defRPr sz="1260"/>
            </a:lvl6pPr>
            <a:lvl7pPr>
              <a:defRPr sz="1260"/>
            </a:lvl7pPr>
            <a:lvl8pPr>
              <a:defRPr sz="1260"/>
            </a:lvl8pPr>
            <a:lvl9pPr>
              <a:defRPr sz="126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32455" y="1295877"/>
            <a:ext cx="5770865" cy="2400771"/>
          </a:xfrm>
        </p:spPr>
        <p:txBody>
          <a:bodyPr/>
          <a:lstStyle>
            <a:lvl1pPr marL="0" indent="0">
              <a:buNone/>
              <a:defRPr sz="1008"/>
            </a:lvl1pPr>
            <a:lvl2pPr marL="287990" indent="0">
              <a:buNone/>
              <a:defRPr sz="882"/>
            </a:lvl2pPr>
            <a:lvl3pPr marL="575981" indent="0">
              <a:buNone/>
              <a:defRPr sz="756"/>
            </a:lvl3pPr>
            <a:lvl4pPr marL="863971" indent="0">
              <a:buNone/>
              <a:defRPr sz="630"/>
            </a:lvl4pPr>
            <a:lvl5pPr marL="1151961" indent="0">
              <a:buNone/>
              <a:defRPr sz="630"/>
            </a:lvl5pPr>
            <a:lvl6pPr marL="1439951" indent="0">
              <a:buNone/>
              <a:defRPr sz="630"/>
            </a:lvl6pPr>
            <a:lvl7pPr marL="1727942" indent="0">
              <a:buNone/>
              <a:defRPr sz="630"/>
            </a:lvl7pPr>
            <a:lvl8pPr marL="2015932" indent="0">
              <a:buNone/>
              <a:defRPr sz="630"/>
            </a:lvl8pPr>
            <a:lvl9pPr marL="2303922" indent="0">
              <a:buNone/>
              <a:defRPr sz="63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5BC23-CAD1-4427-AD1E-52C628C5691E}" type="datetimeFigureOut">
              <a:rPr lang="zh-CN" altLang="en-US" smtClean="0"/>
              <a:t>2026/3/21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24D7C-5215-4459-BE3D-F61C66399A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33359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2455" y="287972"/>
            <a:ext cx="5770865" cy="1007904"/>
          </a:xfrm>
        </p:spPr>
        <p:txBody>
          <a:bodyPr anchor="b"/>
          <a:lstStyle>
            <a:lvl1pPr>
              <a:defRPr sz="2016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606734" y="621941"/>
            <a:ext cx="9058186" cy="3069707"/>
          </a:xfrm>
        </p:spPr>
        <p:txBody>
          <a:bodyPr anchor="t"/>
          <a:lstStyle>
            <a:lvl1pPr marL="0" indent="0">
              <a:buNone/>
              <a:defRPr sz="2016"/>
            </a:lvl1pPr>
            <a:lvl2pPr marL="287990" indent="0">
              <a:buNone/>
              <a:defRPr sz="1764"/>
            </a:lvl2pPr>
            <a:lvl3pPr marL="575981" indent="0">
              <a:buNone/>
              <a:defRPr sz="1512"/>
            </a:lvl3pPr>
            <a:lvl4pPr marL="863971" indent="0">
              <a:buNone/>
              <a:defRPr sz="1260"/>
            </a:lvl4pPr>
            <a:lvl5pPr marL="1151961" indent="0">
              <a:buNone/>
              <a:defRPr sz="1260"/>
            </a:lvl5pPr>
            <a:lvl6pPr marL="1439951" indent="0">
              <a:buNone/>
              <a:defRPr sz="1260"/>
            </a:lvl6pPr>
            <a:lvl7pPr marL="1727942" indent="0">
              <a:buNone/>
              <a:defRPr sz="1260"/>
            </a:lvl7pPr>
            <a:lvl8pPr marL="2015932" indent="0">
              <a:buNone/>
              <a:defRPr sz="1260"/>
            </a:lvl8pPr>
            <a:lvl9pPr marL="2303922" indent="0">
              <a:buNone/>
              <a:defRPr sz="126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32455" y="1295877"/>
            <a:ext cx="5770865" cy="2400771"/>
          </a:xfrm>
        </p:spPr>
        <p:txBody>
          <a:bodyPr/>
          <a:lstStyle>
            <a:lvl1pPr marL="0" indent="0">
              <a:buNone/>
              <a:defRPr sz="1008"/>
            </a:lvl1pPr>
            <a:lvl2pPr marL="287990" indent="0">
              <a:buNone/>
              <a:defRPr sz="882"/>
            </a:lvl2pPr>
            <a:lvl3pPr marL="575981" indent="0">
              <a:buNone/>
              <a:defRPr sz="756"/>
            </a:lvl3pPr>
            <a:lvl4pPr marL="863971" indent="0">
              <a:buNone/>
              <a:defRPr sz="630"/>
            </a:lvl4pPr>
            <a:lvl5pPr marL="1151961" indent="0">
              <a:buNone/>
              <a:defRPr sz="630"/>
            </a:lvl5pPr>
            <a:lvl6pPr marL="1439951" indent="0">
              <a:buNone/>
              <a:defRPr sz="630"/>
            </a:lvl6pPr>
            <a:lvl7pPr marL="1727942" indent="0">
              <a:buNone/>
              <a:defRPr sz="630"/>
            </a:lvl7pPr>
            <a:lvl8pPr marL="2015932" indent="0">
              <a:buNone/>
              <a:defRPr sz="630"/>
            </a:lvl8pPr>
            <a:lvl9pPr marL="2303922" indent="0">
              <a:buNone/>
              <a:defRPr sz="63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5BC23-CAD1-4427-AD1E-52C628C5691E}" type="datetimeFigureOut">
              <a:rPr lang="zh-CN" altLang="en-US" smtClean="0"/>
              <a:t>2026/3/21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24D7C-5215-4459-BE3D-F61C66399A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29962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5BC23-CAD1-4427-AD1E-52C628C5691E}" type="datetimeFigureOut">
              <a:rPr lang="zh-CN" altLang="en-US" smtClean="0"/>
              <a:t>2026/3/21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24D7C-5215-4459-BE3D-F61C66399A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50011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2804473" y="229978"/>
            <a:ext cx="3858116" cy="3660651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30124" y="229978"/>
            <a:ext cx="11350690" cy="3660651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5BC23-CAD1-4427-AD1E-52C628C5691E}" type="datetimeFigureOut">
              <a:rPr lang="zh-CN" altLang="en-US" smtClean="0"/>
              <a:t>2026/3/21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24D7C-5215-4459-BE3D-F61C66399A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08684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30124" y="229978"/>
            <a:ext cx="15432465" cy="8349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30124" y="1149890"/>
            <a:ext cx="15432465" cy="27407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30124" y="4003618"/>
            <a:ext cx="4025860" cy="2299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35BC23-CAD1-4427-AD1E-52C628C5691E}" type="datetimeFigureOut">
              <a:rPr lang="zh-CN" altLang="en-US" smtClean="0"/>
              <a:t>2026/3/21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26961" y="4003618"/>
            <a:ext cx="6038791" cy="2299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636729" y="4003618"/>
            <a:ext cx="4025860" cy="2299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24D7C-5215-4459-BE3D-F61C66399A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51676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575981" rtl="0" eaLnBrk="1" latinLnBrk="0" hangingPunct="1">
        <a:lnSpc>
          <a:spcPct val="90000"/>
        </a:lnSpc>
        <a:spcBef>
          <a:spcPct val="0"/>
        </a:spcBef>
        <a:buNone/>
        <a:defRPr sz="277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43995" indent="-143995" algn="l" defTabSz="575981" rtl="0" eaLnBrk="1" latinLnBrk="0" hangingPunct="1">
        <a:lnSpc>
          <a:spcPct val="90000"/>
        </a:lnSpc>
        <a:spcBef>
          <a:spcPts val="630"/>
        </a:spcBef>
        <a:buFont typeface="Arial" panose="020B0604020202020204" pitchFamily="34" charset="0"/>
        <a:buChar char="•"/>
        <a:defRPr sz="1764" kern="1200">
          <a:solidFill>
            <a:schemeClr val="tx1"/>
          </a:solidFill>
          <a:latin typeface="+mn-lt"/>
          <a:ea typeface="+mn-ea"/>
          <a:cs typeface="+mn-cs"/>
        </a:defRPr>
      </a:lvl1pPr>
      <a:lvl2pPr marL="431985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2pPr>
      <a:lvl3pPr marL="719976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260" kern="1200">
          <a:solidFill>
            <a:schemeClr val="tx1"/>
          </a:solidFill>
          <a:latin typeface="+mn-lt"/>
          <a:ea typeface="+mn-ea"/>
          <a:cs typeface="+mn-cs"/>
        </a:defRPr>
      </a:lvl3pPr>
      <a:lvl4pPr marL="1007966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134" kern="1200">
          <a:solidFill>
            <a:schemeClr val="tx1"/>
          </a:solidFill>
          <a:latin typeface="+mn-lt"/>
          <a:ea typeface="+mn-ea"/>
          <a:cs typeface="+mn-cs"/>
        </a:defRPr>
      </a:lvl4pPr>
      <a:lvl5pPr marL="1295956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134" kern="1200">
          <a:solidFill>
            <a:schemeClr val="tx1"/>
          </a:solidFill>
          <a:latin typeface="+mn-lt"/>
          <a:ea typeface="+mn-ea"/>
          <a:cs typeface="+mn-cs"/>
        </a:defRPr>
      </a:lvl5pPr>
      <a:lvl6pPr marL="1583947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134" kern="1200">
          <a:solidFill>
            <a:schemeClr val="tx1"/>
          </a:solidFill>
          <a:latin typeface="+mn-lt"/>
          <a:ea typeface="+mn-ea"/>
          <a:cs typeface="+mn-cs"/>
        </a:defRPr>
      </a:lvl6pPr>
      <a:lvl7pPr marL="1871937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134" kern="1200">
          <a:solidFill>
            <a:schemeClr val="tx1"/>
          </a:solidFill>
          <a:latin typeface="+mn-lt"/>
          <a:ea typeface="+mn-ea"/>
          <a:cs typeface="+mn-cs"/>
        </a:defRPr>
      </a:lvl7pPr>
      <a:lvl8pPr marL="2159927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134" kern="1200">
          <a:solidFill>
            <a:schemeClr val="tx1"/>
          </a:solidFill>
          <a:latin typeface="+mn-lt"/>
          <a:ea typeface="+mn-ea"/>
          <a:cs typeface="+mn-cs"/>
        </a:defRPr>
      </a:lvl8pPr>
      <a:lvl9pPr marL="2447917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13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1pPr>
      <a:lvl2pPr marL="287990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2pPr>
      <a:lvl3pPr marL="575981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3pPr>
      <a:lvl4pPr marL="863971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4pPr>
      <a:lvl5pPr marL="1151961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5pPr>
      <a:lvl6pPr marL="1439951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6pPr>
      <a:lvl7pPr marL="1727942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7pPr>
      <a:lvl8pPr marL="2015932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8pPr>
      <a:lvl9pPr marL="2303922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流程图: 终止 3">
                <a:extLst>
                  <a:ext uri="{FF2B5EF4-FFF2-40B4-BE49-F238E27FC236}">
                    <a16:creationId xmlns:a16="http://schemas.microsoft.com/office/drawing/2014/main" id="{F5C0F845-FFAB-4B89-A6EC-A3EABCE5FF11}"/>
                  </a:ext>
                </a:extLst>
              </p:cNvPr>
              <p:cNvSpPr/>
              <p:nvPr/>
            </p:nvSpPr>
            <p:spPr>
              <a:xfrm>
                <a:off x="918304" y="1820021"/>
                <a:ext cx="1548000" cy="720001"/>
              </a:xfrm>
              <a:prstGeom prst="flowChartTerminator">
                <a:avLst/>
              </a:prstGeom>
              <a:solidFill>
                <a:schemeClr val="bg1"/>
              </a:solidFill>
              <a:ln w="3810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2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" name="流程图: 终止 3">
                <a:extLst>
                  <a:ext uri="{FF2B5EF4-FFF2-40B4-BE49-F238E27FC236}">
                    <a16:creationId xmlns:a16="http://schemas.microsoft.com/office/drawing/2014/main" id="{F5C0F845-FFAB-4B89-A6EC-A3EABCE5FF1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304" y="1820021"/>
                <a:ext cx="1548000" cy="720001"/>
              </a:xfrm>
              <a:prstGeom prst="flowChartTerminator">
                <a:avLst/>
              </a:prstGeom>
              <a:blipFill>
                <a:blip r:embed="rId2"/>
                <a:stretch>
                  <a:fillRect/>
                </a:stretch>
              </a:blipFill>
              <a:ln w="3810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流程图: 终止 4">
                <a:extLst>
                  <a:ext uri="{FF2B5EF4-FFF2-40B4-BE49-F238E27FC236}">
                    <a16:creationId xmlns:a16="http://schemas.microsoft.com/office/drawing/2014/main" id="{59E86CCA-3DD6-4C23-B22B-2ECDB7848570}"/>
                  </a:ext>
                </a:extLst>
              </p:cNvPr>
              <p:cNvSpPr/>
              <p:nvPr/>
            </p:nvSpPr>
            <p:spPr>
              <a:xfrm>
                <a:off x="3212526" y="1820021"/>
                <a:ext cx="1548000" cy="720001"/>
              </a:xfrm>
              <a:prstGeom prst="flowChartTerminator">
                <a:avLst/>
              </a:prstGeom>
              <a:solidFill>
                <a:schemeClr val="bg1"/>
              </a:solidFill>
              <a:ln w="3810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2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5" name="流程图: 终止 4">
                <a:extLst>
                  <a:ext uri="{FF2B5EF4-FFF2-40B4-BE49-F238E27FC236}">
                    <a16:creationId xmlns:a16="http://schemas.microsoft.com/office/drawing/2014/main" id="{59E86CCA-3DD6-4C23-B22B-2ECDB784857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2526" y="1820021"/>
                <a:ext cx="1548000" cy="720001"/>
              </a:xfrm>
              <a:prstGeom prst="flowChartTerminator">
                <a:avLst/>
              </a:prstGeom>
              <a:blipFill>
                <a:blip r:embed="rId3"/>
                <a:stretch>
                  <a:fillRect/>
                </a:stretch>
              </a:blipFill>
              <a:ln w="3810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文本框 6">
            <a:extLst>
              <a:ext uri="{FF2B5EF4-FFF2-40B4-BE49-F238E27FC236}">
                <a16:creationId xmlns:a16="http://schemas.microsoft.com/office/drawing/2014/main" id="{630EC6BA-3731-4CEA-AA76-4769DA934313}"/>
              </a:ext>
            </a:extLst>
          </p:cNvPr>
          <p:cNvSpPr txBox="1"/>
          <p:nvPr/>
        </p:nvSpPr>
        <p:spPr>
          <a:xfrm>
            <a:off x="9985197" y="2001747"/>
            <a:ext cx="57579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200" dirty="0"/>
              <a:t>……</a:t>
            </a:r>
            <a:endParaRPr lang="zh-CN" altLang="en-US" sz="22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流程图: 终止 9">
                <a:extLst>
                  <a:ext uri="{FF2B5EF4-FFF2-40B4-BE49-F238E27FC236}">
                    <a16:creationId xmlns:a16="http://schemas.microsoft.com/office/drawing/2014/main" id="{A94F9AE1-5031-4B97-98D7-4584F14B6893}"/>
                  </a:ext>
                </a:extLst>
              </p:cNvPr>
              <p:cNvSpPr/>
              <p:nvPr/>
            </p:nvSpPr>
            <p:spPr>
              <a:xfrm>
                <a:off x="5848918" y="1820021"/>
                <a:ext cx="1548000" cy="720001"/>
              </a:xfrm>
              <a:prstGeom prst="flowChartTerminator">
                <a:avLst/>
              </a:prstGeom>
              <a:solidFill>
                <a:schemeClr val="bg1"/>
              </a:solidFill>
              <a:ln w="3810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𝑤</m:t>
                      </m:r>
                      <m:r>
                        <a:rPr lang="en-US" altLang="zh-CN" sz="2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−1</m:t>
                      </m:r>
                    </m:oMath>
                  </m:oMathPara>
                </a14:m>
                <a:endParaRPr lang="zh-CN" altLang="en-US" sz="2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0" name="流程图: 终止 9">
                <a:extLst>
                  <a:ext uri="{FF2B5EF4-FFF2-40B4-BE49-F238E27FC236}">
                    <a16:creationId xmlns:a16="http://schemas.microsoft.com/office/drawing/2014/main" id="{A94F9AE1-5031-4B97-98D7-4584F14B689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8918" y="1820021"/>
                <a:ext cx="1548000" cy="720001"/>
              </a:xfrm>
              <a:prstGeom prst="flowChartTerminator">
                <a:avLst/>
              </a:prstGeom>
              <a:blipFill>
                <a:blip r:embed="rId4"/>
                <a:stretch>
                  <a:fillRect/>
                </a:stretch>
              </a:blipFill>
              <a:ln w="3810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流程图: 终止 10">
                <a:extLst>
                  <a:ext uri="{FF2B5EF4-FFF2-40B4-BE49-F238E27FC236}">
                    <a16:creationId xmlns:a16="http://schemas.microsoft.com/office/drawing/2014/main" id="{F4EE261E-B5A9-4E2D-AA55-D4A1325BB59A}"/>
                  </a:ext>
                </a:extLst>
              </p:cNvPr>
              <p:cNvSpPr/>
              <p:nvPr/>
            </p:nvSpPr>
            <p:spPr>
              <a:xfrm>
                <a:off x="8149169" y="1820021"/>
                <a:ext cx="1548000" cy="720001"/>
              </a:xfrm>
              <a:prstGeom prst="flowChartTerminator">
                <a:avLst/>
              </a:prstGeom>
              <a:solidFill>
                <a:schemeClr val="bg1"/>
              </a:solidFill>
              <a:ln w="3810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𝑤</m:t>
                      </m:r>
                    </m:oMath>
                  </m:oMathPara>
                </a14:m>
                <a:endParaRPr lang="zh-CN" altLang="en-US" sz="2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1" name="流程图: 终止 10">
                <a:extLst>
                  <a:ext uri="{FF2B5EF4-FFF2-40B4-BE49-F238E27FC236}">
                    <a16:creationId xmlns:a16="http://schemas.microsoft.com/office/drawing/2014/main" id="{F4EE261E-B5A9-4E2D-AA55-D4A1325BB59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49169" y="1820021"/>
                <a:ext cx="1548000" cy="720001"/>
              </a:xfrm>
              <a:prstGeom prst="flowChartTerminator">
                <a:avLst/>
              </a:prstGeom>
              <a:blipFill>
                <a:blip r:embed="rId5"/>
                <a:stretch>
                  <a:fillRect/>
                </a:stretch>
              </a:blipFill>
              <a:ln w="3810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文本框 12">
            <a:extLst>
              <a:ext uri="{FF2B5EF4-FFF2-40B4-BE49-F238E27FC236}">
                <a16:creationId xmlns:a16="http://schemas.microsoft.com/office/drawing/2014/main" id="{F40CA029-80B5-41F2-8272-F90E4575F1AC}"/>
              </a:ext>
            </a:extLst>
          </p:cNvPr>
          <p:cNvSpPr txBox="1"/>
          <p:nvPr/>
        </p:nvSpPr>
        <p:spPr>
          <a:xfrm>
            <a:off x="5048793" y="2001747"/>
            <a:ext cx="57579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200" dirty="0"/>
              <a:t>……</a:t>
            </a:r>
            <a:endParaRPr lang="zh-CN" altLang="en-US" sz="22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流程图: 终止 14">
                <a:extLst>
                  <a:ext uri="{FF2B5EF4-FFF2-40B4-BE49-F238E27FC236}">
                    <a16:creationId xmlns:a16="http://schemas.microsoft.com/office/drawing/2014/main" id="{ED35C842-BFEF-4018-B523-EF3914814AFF}"/>
                  </a:ext>
                </a:extLst>
              </p:cNvPr>
              <p:cNvSpPr/>
              <p:nvPr/>
            </p:nvSpPr>
            <p:spPr>
              <a:xfrm>
                <a:off x="10789709" y="1820021"/>
                <a:ext cx="1548000" cy="720001"/>
              </a:xfrm>
              <a:prstGeom prst="flowChartTerminator">
                <a:avLst/>
              </a:prstGeom>
              <a:solidFill>
                <a:schemeClr val="bg1"/>
              </a:solidFill>
              <a:ln w="3810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𝑧</m:t>
                      </m:r>
                    </m:oMath>
                  </m:oMathPara>
                </a14:m>
                <a:endParaRPr lang="zh-CN" altLang="en-US" sz="2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5" name="流程图: 终止 14">
                <a:extLst>
                  <a:ext uri="{FF2B5EF4-FFF2-40B4-BE49-F238E27FC236}">
                    <a16:creationId xmlns:a16="http://schemas.microsoft.com/office/drawing/2014/main" id="{ED35C842-BFEF-4018-B523-EF3914814AF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89709" y="1820021"/>
                <a:ext cx="1548000" cy="720001"/>
              </a:xfrm>
              <a:prstGeom prst="flowChartTerminator">
                <a:avLst/>
              </a:prstGeom>
              <a:blipFill>
                <a:blip r:embed="rId6"/>
                <a:stretch>
                  <a:fillRect/>
                </a:stretch>
              </a:blipFill>
              <a:ln w="3810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流程图: 终止 15">
                <a:extLst>
                  <a:ext uri="{FF2B5EF4-FFF2-40B4-BE49-F238E27FC236}">
                    <a16:creationId xmlns:a16="http://schemas.microsoft.com/office/drawing/2014/main" id="{A85E7E00-5B9C-4A24-877C-49E4DC5B6A22}"/>
                  </a:ext>
                </a:extLst>
              </p:cNvPr>
              <p:cNvSpPr/>
              <p:nvPr/>
            </p:nvSpPr>
            <p:spPr>
              <a:xfrm>
                <a:off x="13082053" y="1826415"/>
                <a:ext cx="1548000" cy="720001"/>
              </a:xfrm>
              <a:prstGeom prst="flowChartTerminator">
                <a:avLst/>
              </a:prstGeom>
              <a:solidFill>
                <a:schemeClr val="bg1"/>
              </a:solidFill>
              <a:ln w="3810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𝑧</m:t>
                      </m:r>
                      <m:r>
                        <a:rPr lang="en-US" altLang="zh-CN" sz="2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+1</m:t>
                      </m:r>
                    </m:oMath>
                  </m:oMathPara>
                </a14:m>
                <a:endParaRPr lang="zh-CN" altLang="en-US" sz="2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6" name="流程图: 终止 15">
                <a:extLst>
                  <a:ext uri="{FF2B5EF4-FFF2-40B4-BE49-F238E27FC236}">
                    <a16:creationId xmlns:a16="http://schemas.microsoft.com/office/drawing/2014/main" id="{A85E7E00-5B9C-4A24-877C-49E4DC5B6A2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82053" y="1826415"/>
                <a:ext cx="1548000" cy="720001"/>
              </a:xfrm>
              <a:prstGeom prst="flowChartTerminator">
                <a:avLst/>
              </a:prstGeom>
              <a:blipFill>
                <a:blip r:embed="rId7"/>
                <a:stretch>
                  <a:fillRect/>
                </a:stretch>
              </a:blipFill>
              <a:ln w="3810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文本框 16">
            <a:extLst>
              <a:ext uri="{FF2B5EF4-FFF2-40B4-BE49-F238E27FC236}">
                <a16:creationId xmlns:a16="http://schemas.microsoft.com/office/drawing/2014/main" id="{0CC874BA-FA33-4D94-B609-6EC249E2E29E}"/>
              </a:ext>
            </a:extLst>
          </p:cNvPr>
          <p:cNvSpPr txBox="1"/>
          <p:nvPr/>
        </p:nvSpPr>
        <p:spPr>
          <a:xfrm>
            <a:off x="14916006" y="1995353"/>
            <a:ext cx="57579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200" dirty="0"/>
              <a:t>……</a:t>
            </a:r>
            <a:endParaRPr lang="zh-CN" altLang="en-US" sz="22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流程图: 终止 17">
                <a:extLst>
                  <a:ext uri="{FF2B5EF4-FFF2-40B4-BE49-F238E27FC236}">
                    <a16:creationId xmlns:a16="http://schemas.microsoft.com/office/drawing/2014/main" id="{B0A2BB96-D779-4F85-9D26-792D7D888158}"/>
                  </a:ext>
                </a:extLst>
              </p:cNvPr>
              <p:cNvSpPr/>
              <p:nvPr/>
            </p:nvSpPr>
            <p:spPr>
              <a:xfrm>
                <a:off x="15718443" y="1820021"/>
                <a:ext cx="1548000" cy="720001"/>
              </a:xfrm>
              <a:prstGeom prst="flowChartTerminator">
                <a:avLst/>
              </a:prstGeom>
              <a:solidFill>
                <a:schemeClr val="bg1"/>
              </a:solidFill>
              <a:ln w="3810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𝑧</m:t>
                      </m:r>
                      <m:r>
                        <a:rPr lang="en-US" altLang="zh-CN" sz="2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altLang="zh-CN" sz="2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𝑤</m:t>
                      </m:r>
                      <m:r>
                        <a:rPr lang="en-US" altLang="zh-CN" sz="2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−1</m:t>
                      </m:r>
                    </m:oMath>
                  </m:oMathPara>
                </a14:m>
                <a:endParaRPr lang="zh-CN" altLang="en-US" sz="2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8" name="流程图: 终止 17">
                <a:extLst>
                  <a:ext uri="{FF2B5EF4-FFF2-40B4-BE49-F238E27FC236}">
                    <a16:creationId xmlns:a16="http://schemas.microsoft.com/office/drawing/2014/main" id="{B0A2BB96-D779-4F85-9D26-792D7D88815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18443" y="1820021"/>
                <a:ext cx="1548000" cy="720001"/>
              </a:xfrm>
              <a:prstGeom prst="flowChartTerminator">
                <a:avLst/>
              </a:prstGeom>
              <a:blipFill>
                <a:blip r:embed="rId8"/>
                <a:stretch>
                  <a:fillRect/>
                </a:stretch>
              </a:blipFill>
              <a:ln w="3810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直接箭头连接符 2">
            <a:extLst>
              <a:ext uri="{FF2B5EF4-FFF2-40B4-BE49-F238E27FC236}">
                <a16:creationId xmlns:a16="http://schemas.microsoft.com/office/drawing/2014/main" id="{C55D7204-3ED2-40C9-BBFB-7B3AB3F9E431}"/>
              </a:ext>
            </a:extLst>
          </p:cNvPr>
          <p:cNvCxnSpPr>
            <a:cxnSpLocks/>
            <a:stCxn id="4" idx="1"/>
          </p:cNvCxnSpPr>
          <p:nvPr/>
        </p:nvCxnSpPr>
        <p:spPr>
          <a:xfrm flipH="1">
            <a:off x="601011" y="2180018"/>
            <a:ext cx="317293" cy="6396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箭头连接符 45">
            <a:extLst>
              <a:ext uri="{FF2B5EF4-FFF2-40B4-BE49-F238E27FC236}">
                <a16:creationId xmlns:a16="http://schemas.microsoft.com/office/drawing/2014/main" id="{CCB79658-D6B4-4EBB-9D28-BC40C75C0437}"/>
              </a:ext>
            </a:extLst>
          </p:cNvPr>
          <p:cNvCxnSpPr>
            <a:stCxn id="5" idx="1"/>
            <a:endCxn id="4" idx="3"/>
          </p:cNvCxnSpPr>
          <p:nvPr/>
        </p:nvCxnSpPr>
        <p:spPr>
          <a:xfrm flipH="1">
            <a:off x="2466301" y="2180017"/>
            <a:ext cx="746224" cy="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箭头连接符 49">
            <a:extLst>
              <a:ext uri="{FF2B5EF4-FFF2-40B4-BE49-F238E27FC236}">
                <a16:creationId xmlns:a16="http://schemas.microsoft.com/office/drawing/2014/main" id="{EA7E0AA0-6B71-4AC3-AD55-07B6ACD06534}"/>
              </a:ext>
            </a:extLst>
          </p:cNvPr>
          <p:cNvCxnSpPr>
            <a:stCxn id="11" idx="1"/>
            <a:endCxn id="10" idx="3"/>
          </p:cNvCxnSpPr>
          <p:nvPr/>
        </p:nvCxnSpPr>
        <p:spPr>
          <a:xfrm flipH="1">
            <a:off x="7396918" y="2180017"/>
            <a:ext cx="752250" cy="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接箭头连接符 55">
            <a:extLst>
              <a:ext uri="{FF2B5EF4-FFF2-40B4-BE49-F238E27FC236}">
                <a16:creationId xmlns:a16="http://schemas.microsoft.com/office/drawing/2014/main" id="{7A008DEA-CAE2-4AEC-A1B8-1589E50652F3}"/>
              </a:ext>
            </a:extLst>
          </p:cNvPr>
          <p:cNvCxnSpPr>
            <a:stCxn id="16" idx="1"/>
            <a:endCxn id="15" idx="3"/>
          </p:cNvCxnSpPr>
          <p:nvPr/>
        </p:nvCxnSpPr>
        <p:spPr>
          <a:xfrm flipH="1" flipV="1">
            <a:off x="12337710" y="2180018"/>
            <a:ext cx="744342" cy="6396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57" name="文本框 56">
                <a:extLst>
                  <a:ext uri="{FF2B5EF4-FFF2-40B4-BE49-F238E27FC236}">
                    <a16:creationId xmlns:a16="http://schemas.microsoft.com/office/drawing/2014/main" id="{C461960A-22D3-4711-9746-BBE97E16A118}"/>
                  </a:ext>
                </a:extLst>
              </p:cNvPr>
              <p:cNvSpPr txBox="1"/>
              <p:nvPr/>
            </p:nvSpPr>
            <p:spPr>
              <a:xfrm>
                <a:off x="1278086" y="1067512"/>
                <a:ext cx="465447" cy="67210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CN" altLang="en-US" sz="22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latin typeface="Cambria Math" panose="02040503050406030204" pitchFamily="18" charset="0"/>
                            </a:rPr>
                            <m:t>𝑝</m:t>
                          </m:r>
                        </m:num>
                        <m:den>
                          <m:r>
                            <a:rPr lang="zh-CN" altLang="en-US" sz="2200" i="1">
                              <a:latin typeface="Cambria Math" panose="02040503050406030204" pitchFamily="18" charset="0"/>
                            </a:rPr>
                            <m:t>𝑤</m:t>
                          </m:r>
                        </m:den>
                      </m:f>
                    </m:oMath>
                  </m:oMathPara>
                </a14:m>
                <a:endParaRPr lang="zh-CN" altLang="en-US" sz="2200" dirty="0"/>
              </a:p>
            </p:txBody>
          </p:sp>
        </mc:Choice>
        <mc:Fallback>
          <p:sp>
            <p:nvSpPr>
              <p:cNvPr id="57" name="文本框 56">
                <a:extLst>
                  <a:ext uri="{FF2B5EF4-FFF2-40B4-BE49-F238E27FC236}">
                    <a16:creationId xmlns:a16="http://schemas.microsoft.com/office/drawing/2014/main" id="{C461960A-22D3-4711-9746-BBE97E16A1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8086" y="1067512"/>
                <a:ext cx="465447" cy="67210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8" name="文本框 57">
                <a:extLst>
                  <a:ext uri="{FF2B5EF4-FFF2-40B4-BE49-F238E27FC236}">
                    <a16:creationId xmlns:a16="http://schemas.microsoft.com/office/drawing/2014/main" id="{973F8E75-1BA8-419B-B2FC-46C763F0C8D3}"/>
                  </a:ext>
                </a:extLst>
              </p:cNvPr>
              <p:cNvSpPr txBox="1"/>
              <p:nvPr/>
            </p:nvSpPr>
            <p:spPr>
              <a:xfrm>
                <a:off x="3568589" y="1067512"/>
                <a:ext cx="465447" cy="67210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CN" altLang="en-US" sz="22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latin typeface="Cambria Math" panose="02040503050406030204" pitchFamily="18" charset="0"/>
                            </a:rPr>
                            <m:t>𝑝</m:t>
                          </m:r>
                        </m:num>
                        <m:den>
                          <m:r>
                            <a:rPr lang="zh-CN" altLang="en-US" sz="2200" i="1">
                              <a:latin typeface="Cambria Math" panose="02040503050406030204" pitchFamily="18" charset="0"/>
                            </a:rPr>
                            <m:t>𝑤</m:t>
                          </m:r>
                        </m:den>
                      </m:f>
                    </m:oMath>
                  </m:oMathPara>
                </a14:m>
                <a:endParaRPr lang="zh-CN" altLang="en-US" sz="2200" dirty="0"/>
              </a:p>
            </p:txBody>
          </p:sp>
        </mc:Choice>
        <mc:Fallback>
          <p:sp>
            <p:nvSpPr>
              <p:cNvPr id="58" name="文本框 57">
                <a:extLst>
                  <a:ext uri="{FF2B5EF4-FFF2-40B4-BE49-F238E27FC236}">
                    <a16:creationId xmlns:a16="http://schemas.microsoft.com/office/drawing/2014/main" id="{973F8E75-1BA8-419B-B2FC-46C763F0C8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68589" y="1067512"/>
                <a:ext cx="465447" cy="67210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0" name="文本框 59">
                <a:extLst>
                  <a:ext uri="{FF2B5EF4-FFF2-40B4-BE49-F238E27FC236}">
                    <a16:creationId xmlns:a16="http://schemas.microsoft.com/office/drawing/2014/main" id="{5A4138BD-F4FE-4EB2-A8DB-19EA8A91B780}"/>
                  </a:ext>
                </a:extLst>
              </p:cNvPr>
              <p:cNvSpPr txBox="1"/>
              <p:nvPr/>
            </p:nvSpPr>
            <p:spPr>
              <a:xfrm>
                <a:off x="6208700" y="1067512"/>
                <a:ext cx="465447" cy="67210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CN" altLang="en-US" sz="22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latin typeface="Cambria Math" panose="02040503050406030204" pitchFamily="18" charset="0"/>
                            </a:rPr>
                            <m:t>𝑝</m:t>
                          </m:r>
                        </m:num>
                        <m:den>
                          <m:r>
                            <a:rPr lang="zh-CN" altLang="en-US" sz="2200" i="1">
                              <a:latin typeface="Cambria Math" panose="02040503050406030204" pitchFamily="18" charset="0"/>
                            </a:rPr>
                            <m:t>𝑤</m:t>
                          </m:r>
                        </m:den>
                      </m:f>
                    </m:oMath>
                  </m:oMathPara>
                </a14:m>
                <a:endParaRPr lang="zh-CN" altLang="en-US" sz="2200" dirty="0"/>
              </a:p>
            </p:txBody>
          </p:sp>
        </mc:Choice>
        <mc:Fallback>
          <p:sp>
            <p:nvSpPr>
              <p:cNvPr id="60" name="文本框 59">
                <a:extLst>
                  <a:ext uri="{FF2B5EF4-FFF2-40B4-BE49-F238E27FC236}">
                    <a16:creationId xmlns:a16="http://schemas.microsoft.com/office/drawing/2014/main" id="{5A4138BD-F4FE-4EB2-A8DB-19EA8A91B7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8700" y="1067512"/>
                <a:ext cx="465447" cy="67210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2" name="文本框 61">
                <a:extLst>
                  <a:ext uri="{FF2B5EF4-FFF2-40B4-BE49-F238E27FC236}">
                    <a16:creationId xmlns:a16="http://schemas.microsoft.com/office/drawing/2014/main" id="{CD18F0BA-06D0-43B8-9E1F-F303E2A7CBEA}"/>
                  </a:ext>
                </a:extLst>
              </p:cNvPr>
              <p:cNvSpPr txBox="1"/>
              <p:nvPr/>
            </p:nvSpPr>
            <p:spPr>
              <a:xfrm>
                <a:off x="10917795" y="2844805"/>
                <a:ext cx="715581" cy="6360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𝑝</m:t>
                          </m:r>
                        </m:num>
                        <m:den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𝑤</m:t>
                          </m:r>
                        </m:den>
                      </m:f>
                    </m:oMath>
                  </m:oMathPara>
                </a14:m>
                <a:endParaRPr lang="zh-CN" altLang="en-US" sz="2200" dirty="0"/>
              </a:p>
            </p:txBody>
          </p:sp>
        </mc:Choice>
        <mc:Fallback>
          <p:sp>
            <p:nvSpPr>
              <p:cNvPr id="62" name="文本框 61">
                <a:extLst>
                  <a:ext uri="{FF2B5EF4-FFF2-40B4-BE49-F238E27FC236}">
                    <a16:creationId xmlns:a16="http://schemas.microsoft.com/office/drawing/2014/main" id="{CD18F0BA-06D0-43B8-9E1F-F303E2A7CB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17795" y="2844805"/>
                <a:ext cx="715581" cy="636008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3" name="文本框 62">
                <a:extLst>
                  <a:ext uri="{FF2B5EF4-FFF2-40B4-BE49-F238E27FC236}">
                    <a16:creationId xmlns:a16="http://schemas.microsoft.com/office/drawing/2014/main" id="{14F60C58-FF77-4F8B-A710-2F4F782607F3}"/>
                  </a:ext>
                </a:extLst>
              </p:cNvPr>
              <p:cNvSpPr txBox="1"/>
              <p:nvPr/>
            </p:nvSpPr>
            <p:spPr>
              <a:xfrm>
                <a:off x="13175093" y="2844805"/>
                <a:ext cx="715581" cy="6360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𝑝</m:t>
                          </m:r>
                        </m:num>
                        <m:den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𝑤</m:t>
                          </m:r>
                        </m:den>
                      </m:f>
                    </m:oMath>
                  </m:oMathPara>
                </a14:m>
                <a:endParaRPr lang="zh-CN" altLang="en-US" sz="2200" dirty="0"/>
              </a:p>
            </p:txBody>
          </p:sp>
        </mc:Choice>
        <mc:Fallback>
          <p:sp>
            <p:nvSpPr>
              <p:cNvPr id="63" name="文本框 62">
                <a:extLst>
                  <a:ext uri="{FF2B5EF4-FFF2-40B4-BE49-F238E27FC236}">
                    <a16:creationId xmlns:a16="http://schemas.microsoft.com/office/drawing/2014/main" id="{14F60C58-FF77-4F8B-A710-2F4F782607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75093" y="2844805"/>
                <a:ext cx="715581" cy="636008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4" name="文本框 63">
                <a:extLst>
                  <a:ext uri="{FF2B5EF4-FFF2-40B4-BE49-F238E27FC236}">
                    <a16:creationId xmlns:a16="http://schemas.microsoft.com/office/drawing/2014/main" id="{36FE0DF0-A6FF-4855-B843-BC41D66112DC}"/>
                  </a:ext>
                </a:extLst>
              </p:cNvPr>
              <p:cNvSpPr txBox="1"/>
              <p:nvPr/>
            </p:nvSpPr>
            <p:spPr>
              <a:xfrm>
                <a:off x="15811483" y="2844805"/>
                <a:ext cx="715581" cy="6360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𝑝</m:t>
                          </m:r>
                        </m:num>
                        <m:den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𝑤</m:t>
                          </m:r>
                        </m:den>
                      </m:f>
                    </m:oMath>
                  </m:oMathPara>
                </a14:m>
                <a:endParaRPr lang="zh-CN" altLang="en-US" sz="2200" dirty="0"/>
              </a:p>
            </p:txBody>
          </p:sp>
        </mc:Choice>
        <mc:Fallback>
          <p:sp>
            <p:nvSpPr>
              <p:cNvPr id="64" name="文本框 63">
                <a:extLst>
                  <a:ext uri="{FF2B5EF4-FFF2-40B4-BE49-F238E27FC236}">
                    <a16:creationId xmlns:a16="http://schemas.microsoft.com/office/drawing/2014/main" id="{36FE0DF0-A6FF-4855-B843-BC41D66112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11483" y="2844805"/>
                <a:ext cx="715581" cy="636008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5" name="直接箭头连接符 54">
            <a:extLst>
              <a:ext uri="{FF2B5EF4-FFF2-40B4-BE49-F238E27FC236}">
                <a16:creationId xmlns:a16="http://schemas.microsoft.com/office/drawing/2014/main" id="{11610DEF-94C0-4852-9459-693DC8D958DA}"/>
              </a:ext>
            </a:extLst>
          </p:cNvPr>
          <p:cNvCxnSpPr/>
          <p:nvPr/>
        </p:nvCxnSpPr>
        <p:spPr>
          <a:xfrm flipV="1">
            <a:off x="615213" y="867523"/>
            <a:ext cx="0" cy="1318893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箭头连接符 65">
            <a:extLst>
              <a:ext uri="{FF2B5EF4-FFF2-40B4-BE49-F238E27FC236}">
                <a16:creationId xmlns:a16="http://schemas.microsoft.com/office/drawing/2014/main" id="{52BCAC03-E89B-4D57-A6CE-A6C5B635BC00}"/>
              </a:ext>
            </a:extLst>
          </p:cNvPr>
          <p:cNvCxnSpPr>
            <a:cxnSpLocks/>
          </p:cNvCxnSpPr>
          <p:nvPr/>
        </p:nvCxnSpPr>
        <p:spPr>
          <a:xfrm flipV="1">
            <a:off x="601011" y="867521"/>
            <a:ext cx="6021909" cy="16164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接箭头连接符 80">
            <a:extLst>
              <a:ext uri="{FF2B5EF4-FFF2-40B4-BE49-F238E27FC236}">
                <a16:creationId xmlns:a16="http://schemas.microsoft.com/office/drawing/2014/main" id="{0FB5D865-FF0D-4293-8FFF-B7A20A2E5727}"/>
              </a:ext>
            </a:extLst>
          </p:cNvPr>
          <p:cNvCxnSpPr>
            <a:cxnSpLocks/>
            <a:endCxn id="5" idx="0"/>
          </p:cNvCxnSpPr>
          <p:nvPr/>
        </p:nvCxnSpPr>
        <p:spPr>
          <a:xfrm>
            <a:off x="3986526" y="881765"/>
            <a:ext cx="0" cy="938255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接箭头连接符 83">
            <a:extLst>
              <a:ext uri="{FF2B5EF4-FFF2-40B4-BE49-F238E27FC236}">
                <a16:creationId xmlns:a16="http://schemas.microsoft.com/office/drawing/2014/main" id="{BD5739A4-FA0C-465D-BE6A-A1A56817CB1D}"/>
              </a:ext>
            </a:extLst>
          </p:cNvPr>
          <p:cNvCxnSpPr>
            <a:cxnSpLocks/>
            <a:endCxn id="4" idx="0"/>
          </p:cNvCxnSpPr>
          <p:nvPr/>
        </p:nvCxnSpPr>
        <p:spPr>
          <a:xfrm>
            <a:off x="1692302" y="881765"/>
            <a:ext cx="0" cy="938255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接箭头连接符 90">
            <a:extLst>
              <a:ext uri="{FF2B5EF4-FFF2-40B4-BE49-F238E27FC236}">
                <a16:creationId xmlns:a16="http://schemas.microsoft.com/office/drawing/2014/main" id="{A3EFF0C8-5F53-4735-9655-586D2B0A781B}"/>
              </a:ext>
            </a:extLst>
          </p:cNvPr>
          <p:cNvCxnSpPr>
            <a:cxnSpLocks/>
            <a:endCxn id="10" idx="0"/>
          </p:cNvCxnSpPr>
          <p:nvPr/>
        </p:nvCxnSpPr>
        <p:spPr>
          <a:xfrm>
            <a:off x="6622917" y="881765"/>
            <a:ext cx="0" cy="938255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接箭头连接符 94">
            <a:extLst>
              <a:ext uri="{FF2B5EF4-FFF2-40B4-BE49-F238E27FC236}">
                <a16:creationId xmlns:a16="http://schemas.microsoft.com/office/drawing/2014/main" id="{E8BB9327-EDF6-4994-B07C-8C4734A34773}"/>
              </a:ext>
            </a:extLst>
          </p:cNvPr>
          <p:cNvCxnSpPr>
            <a:stCxn id="4" idx="2"/>
          </p:cNvCxnSpPr>
          <p:nvPr/>
        </p:nvCxnSpPr>
        <p:spPr>
          <a:xfrm>
            <a:off x="1692302" y="2540020"/>
            <a:ext cx="0" cy="1005842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直接箭头连接符 96">
            <a:extLst>
              <a:ext uri="{FF2B5EF4-FFF2-40B4-BE49-F238E27FC236}">
                <a16:creationId xmlns:a16="http://schemas.microsoft.com/office/drawing/2014/main" id="{28E5F1D9-3A8A-4207-95EB-CEE8ADD70791}"/>
              </a:ext>
            </a:extLst>
          </p:cNvPr>
          <p:cNvCxnSpPr>
            <a:cxnSpLocks/>
          </p:cNvCxnSpPr>
          <p:nvPr/>
        </p:nvCxnSpPr>
        <p:spPr>
          <a:xfrm>
            <a:off x="1692304" y="3557436"/>
            <a:ext cx="14808049" cy="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直接箭头连接符 98">
            <a:extLst>
              <a:ext uri="{FF2B5EF4-FFF2-40B4-BE49-F238E27FC236}">
                <a16:creationId xmlns:a16="http://schemas.microsoft.com/office/drawing/2014/main" id="{6150E858-92C8-4323-BB4D-99DBA26A9BD4}"/>
              </a:ext>
            </a:extLst>
          </p:cNvPr>
          <p:cNvCxnSpPr>
            <a:cxnSpLocks/>
            <a:endCxn id="15" idx="2"/>
          </p:cNvCxnSpPr>
          <p:nvPr/>
        </p:nvCxnSpPr>
        <p:spPr>
          <a:xfrm flipV="1">
            <a:off x="11563709" y="2540022"/>
            <a:ext cx="0" cy="1017417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直接箭头连接符 101">
            <a:extLst>
              <a:ext uri="{FF2B5EF4-FFF2-40B4-BE49-F238E27FC236}">
                <a16:creationId xmlns:a16="http://schemas.microsoft.com/office/drawing/2014/main" id="{78B5DD1A-23E4-4408-9740-31D40E7AD647}"/>
              </a:ext>
            </a:extLst>
          </p:cNvPr>
          <p:cNvCxnSpPr>
            <a:cxnSpLocks/>
            <a:endCxn id="16" idx="2"/>
          </p:cNvCxnSpPr>
          <p:nvPr/>
        </p:nvCxnSpPr>
        <p:spPr>
          <a:xfrm flipV="1">
            <a:off x="13856051" y="2546416"/>
            <a:ext cx="0" cy="1011023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直接箭头连接符 104">
            <a:extLst>
              <a:ext uri="{FF2B5EF4-FFF2-40B4-BE49-F238E27FC236}">
                <a16:creationId xmlns:a16="http://schemas.microsoft.com/office/drawing/2014/main" id="{478DA79D-1190-4211-AB03-4973D80DC9EC}"/>
              </a:ext>
            </a:extLst>
          </p:cNvPr>
          <p:cNvCxnSpPr>
            <a:cxnSpLocks/>
            <a:endCxn id="18" idx="2"/>
          </p:cNvCxnSpPr>
          <p:nvPr/>
        </p:nvCxnSpPr>
        <p:spPr>
          <a:xfrm flipH="1" flipV="1">
            <a:off x="16492442" y="2540020"/>
            <a:ext cx="7908" cy="1005842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08" name="文本框 107">
                <a:extLst>
                  <a:ext uri="{FF2B5EF4-FFF2-40B4-BE49-F238E27FC236}">
                    <a16:creationId xmlns:a16="http://schemas.microsoft.com/office/drawing/2014/main" id="{704794F8-4244-4117-BADE-FA096331010E}"/>
                  </a:ext>
                </a:extLst>
              </p:cNvPr>
              <p:cNvSpPr txBox="1"/>
              <p:nvPr/>
            </p:nvSpPr>
            <p:spPr>
              <a:xfrm>
                <a:off x="2665501" y="1781717"/>
                <a:ext cx="404277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200" i="1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>
          <p:sp>
            <p:nvSpPr>
              <p:cNvPr id="108" name="文本框 107">
                <a:extLst>
                  <a:ext uri="{FF2B5EF4-FFF2-40B4-BE49-F238E27FC236}">
                    <a16:creationId xmlns:a16="http://schemas.microsoft.com/office/drawing/2014/main" id="{704794F8-4244-4117-BADE-FA09633101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5501" y="1781717"/>
                <a:ext cx="404277" cy="430887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9" name="文本框 108">
                <a:extLst>
                  <a:ext uri="{FF2B5EF4-FFF2-40B4-BE49-F238E27FC236}">
                    <a16:creationId xmlns:a16="http://schemas.microsoft.com/office/drawing/2014/main" id="{DE56E3CE-1FCB-43A7-9C3E-9CDEB22F622A}"/>
                  </a:ext>
                </a:extLst>
              </p:cNvPr>
              <p:cNvSpPr txBox="1"/>
              <p:nvPr/>
            </p:nvSpPr>
            <p:spPr>
              <a:xfrm>
                <a:off x="7601016" y="1781717"/>
                <a:ext cx="404277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200" i="1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>
          <p:sp>
            <p:nvSpPr>
              <p:cNvPr id="109" name="文本框 108">
                <a:extLst>
                  <a:ext uri="{FF2B5EF4-FFF2-40B4-BE49-F238E27FC236}">
                    <a16:creationId xmlns:a16="http://schemas.microsoft.com/office/drawing/2014/main" id="{DE56E3CE-1FCB-43A7-9C3E-9CDEB22F62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01016" y="1781717"/>
                <a:ext cx="404277" cy="430887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0" name="文本框 109">
                <a:extLst>
                  <a:ext uri="{FF2B5EF4-FFF2-40B4-BE49-F238E27FC236}">
                    <a16:creationId xmlns:a16="http://schemas.microsoft.com/office/drawing/2014/main" id="{9D75741C-02DE-49A0-AE00-8254C89D01DD}"/>
                  </a:ext>
                </a:extLst>
              </p:cNvPr>
              <p:cNvSpPr txBox="1"/>
              <p:nvPr/>
            </p:nvSpPr>
            <p:spPr>
              <a:xfrm>
                <a:off x="12516100" y="1781717"/>
                <a:ext cx="404277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200" i="1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>
          <p:sp>
            <p:nvSpPr>
              <p:cNvPr id="110" name="文本框 109">
                <a:extLst>
                  <a:ext uri="{FF2B5EF4-FFF2-40B4-BE49-F238E27FC236}">
                    <a16:creationId xmlns:a16="http://schemas.microsoft.com/office/drawing/2014/main" id="{9D75741C-02DE-49A0-AE00-8254C89D01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16100" y="1781717"/>
                <a:ext cx="404277" cy="430887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890700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812</TotalTime>
  <Words>27</Words>
  <Application>Microsoft Office PowerPoint</Application>
  <PresentationFormat>自定义</PresentationFormat>
  <Paragraphs>19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Cambria Math</vt:lpstr>
      <vt:lpstr>Times New Roman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癸铭 许</dc:creator>
  <cp:lastModifiedBy>癸铭 许</cp:lastModifiedBy>
  <cp:revision>15</cp:revision>
  <dcterms:created xsi:type="dcterms:W3CDTF">2024-08-07T08:44:24Z</dcterms:created>
  <dcterms:modified xsi:type="dcterms:W3CDTF">2026-03-21T14:19:01Z</dcterms:modified>
</cp:coreProperties>
</file>